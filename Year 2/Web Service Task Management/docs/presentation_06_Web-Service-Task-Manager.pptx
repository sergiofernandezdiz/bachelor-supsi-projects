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0" r:id="rId5"/>
  </p:sldMasterIdLst>
  <p:notesMasterIdLst>
    <p:notesMasterId r:id="rId24"/>
  </p:notesMasterIdLst>
  <p:sldIdLst>
    <p:sldId id="264" r:id="rId6"/>
    <p:sldId id="266" r:id="rId7"/>
    <p:sldId id="277" r:id="rId8"/>
    <p:sldId id="271" r:id="rId9"/>
    <p:sldId id="269" r:id="rId10"/>
    <p:sldId id="268" r:id="rId11"/>
    <p:sldId id="273" r:id="rId12"/>
    <p:sldId id="272" r:id="rId13"/>
    <p:sldId id="274" r:id="rId14"/>
    <p:sldId id="276" r:id="rId15"/>
    <p:sldId id="275" r:id="rId16"/>
    <p:sldId id="267" r:id="rId17"/>
    <p:sldId id="257" r:id="rId18"/>
    <p:sldId id="259" r:id="rId19"/>
    <p:sldId id="260" r:id="rId20"/>
    <p:sldId id="261" r:id="rId21"/>
    <p:sldId id="262" r:id="rId22"/>
    <p:sldId id="263" r:id="rId23"/>
  </p:sldIdLst>
  <p:sldSz cx="12192000" cy="6858000"/>
  <p:notesSz cx="6858000" cy="9144000"/>
  <p:defaultTextStyle>
    <a:defPPr>
      <a:defRPr lang="it-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10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BBD966-13D6-4FA5-8617-B30D1477C916}"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984EDAD-34A1-4F96-9F54-98E80BA54161}">
      <dgm:prSet/>
      <dgm:spPr/>
      <dgm:t>
        <a:bodyPr/>
        <a:lstStyle/>
        <a:p>
          <a:r>
            <a:rPr lang="it-CH"/>
            <a:t>Cosa</a:t>
          </a:r>
          <a:endParaRPr lang="en-US"/>
        </a:p>
      </dgm:t>
    </dgm:pt>
    <dgm:pt modelId="{EBEA603F-FCD9-49BB-9650-DAFA64B70F72}" type="parTrans" cxnId="{243CA646-A361-4E97-B528-E3A7437F5AE6}">
      <dgm:prSet/>
      <dgm:spPr/>
      <dgm:t>
        <a:bodyPr/>
        <a:lstStyle/>
        <a:p>
          <a:endParaRPr lang="en-US"/>
        </a:p>
      </dgm:t>
    </dgm:pt>
    <dgm:pt modelId="{11939247-B136-4990-9FAA-3003BBBC3378}" type="sibTrans" cxnId="{243CA646-A361-4E97-B528-E3A7437F5AE6}">
      <dgm:prSet/>
      <dgm:spPr/>
      <dgm:t>
        <a:bodyPr/>
        <a:lstStyle/>
        <a:p>
          <a:endParaRPr lang="en-US"/>
        </a:p>
      </dgm:t>
    </dgm:pt>
    <dgm:pt modelId="{DDBC3C8E-1785-45C2-9964-B557CDC4CD0A}">
      <dgm:prSet/>
      <dgm:spPr/>
      <dgm:t>
        <a:bodyPr/>
        <a:lstStyle/>
        <a:p>
          <a:r>
            <a:rPr lang="it-CH"/>
            <a:t>Perché </a:t>
          </a:r>
          <a:endParaRPr lang="en-US"/>
        </a:p>
      </dgm:t>
    </dgm:pt>
    <dgm:pt modelId="{321201A9-68A2-419D-922E-2EAD095B7DB4}" type="parTrans" cxnId="{92676288-6965-4E30-A3EA-A14A3A703A1F}">
      <dgm:prSet/>
      <dgm:spPr/>
      <dgm:t>
        <a:bodyPr/>
        <a:lstStyle/>
        <a:p>
          <a:endParaRPr lang="en-US"/>
        </a:p>
      </dgm:t>
    </dgm:pt>
    <dgm:pt modelId="{727FDC82-78E5-4C85-8942-FBECD69273B8}" type="sibTrans" cxnId="{92676288-6965-4E30-A3EA-A14A3A703A1F}">
      <dgm:prSet/>
      <dgm:spPr/>
      <dgm:t>
        <a:bodyPr/>
        <a:lstStyle/>
        <a:p>
          <a:endParaRPr lang="en-US"/>
        </a:p>
      </dgm:t>
    </dgm:pt>
    <dgm:pt modelId="{6EC1D25A-0B98-4C25-8B59-0AA21E775E3A}">
      <dgm:prSet/>
      <dgm:spPr/>
      <dgm:t>
        <a:bodyPr/>
        <a:lstStyle/>
        <a:p>
          <a:r>
            <a:rPr lang="it-CH"/>
            <a:t>spiegazione database</a:t>
          </a:r>
          <a:endParaRPr lang="en-US"/>
        </a:p>
      </dgm:t>
    </dgm:pt>
    <dgm:pt modelId="{497819D0-AB2D-4A0E-9531-79A8D9048F97}" type="parTrans" cxnId="{2A1A3FE8-347E-4E09-BB09-FDB80F384C8D}">
      <dgm:prSet/>
      <dgm:spPr/>
      <dgm:t>
        <a:bodyPr/>
        <a:lstStyle/>
        <a:p>
          <a:endParaRPr lang="en-US"/>
        </a:p>
      </dgm:t>
    </dgm:pt>
    <dgm:pt modelId="{1E1DDA46-28CF-49D4-8A3B-2D3EB1A82C2F}" type="sibTrans" cxnId="{2A1A3FE8-347E-4E09-BB09-FDB80F384C8D}">
      <dgm:prSet/>
      <dgm:spPr/>
      <dgm:t>
        <a:bodyPr/>
        <a:lstStyle/>
        <a:p>
          <a:endParaRPr lang="en-US"/>
        </a:p>
      </dgm:t>
    </dgm:pt>
    <dgm:pt modelId="{4AC174FA-FBBE-4B74-9C7D-FA9C78A63548}" type="pres">
      <dgm:prSet presAssocID="{FDBBD966-13D6-4FA5-8617-B30D1477C916}" presName="linear" presStyleCnt="0">
        <dgm:presLayoutVars>
          <dgm:animLvl val="lvl"/>
          <dgm:resizeHandles val="exact"/>
        </dgm:presLayoutVars>
      </dgm:prSet>
      <dgm:spPr/>
    </dgm:pt>
    <dgm:pt modelId="{59942574-7307-41E5-9CB6-75219BDEA442}" type="pres">
      <dgm:prSet presAssocID="{D984EDAD-34A1-4F96-9F54-98E80BA54161}" presName="parentText" presStyleLbl="node1" presStyleIdx="0" presStyleCnt="3">
        <dgm:presLayoutVars>
          <dgm:chMax val="0"/>
          <dgm:bulletEnabled val="1"/>
        </dgm:presLayoutVars>
      </dgm:prSet>
      <dgm:spPr/>
    </dgm:pt>
    <dgm:pt modelId="{B5A63DA9-5EEE-439F-B41D-CB005E0B4A2C}" type="pres">
      <dgm:prSet presAssocID="{11939247-B136-4990-9FAA-3003BBBC3378}" presName="spacer" presStyleCnt="0"/>
      <dgm:spPr/>
    </dgm:pt>
    <dgm:pt modelId="{1F155B27-9A30-4DA5-B2FA-2805F4C1EFBE}" type="pres">
      <dgm:prSet presAssocID="{DDBC3C8E-1785-45C2-9964-B557CDC4CD0A}" presName="parentText" presStyleLbl="node1" presStyleIdx="1" presStyleCnt="3">
        <dgm:presLayoutVars>
          <dgm:chMax val="0"/>
          <dgm:bulletEnabled val="1"/>
        </dgm:presLayoutVars>
      </dgm:prSet>
      <dgm:spPr/>
    </dgm:pt>
    <dgm:pt modelId="{F44271EE-6AFE-49C2-B7E9-35FA7DC2C7DD}" type="pres">
      <dgm:prSet presAssocID="{727FDC82-78E5-4C85-8942-FBECD69273B8}" presName="spacer" presStyleCnt="0"/>
      <dgm:spPr/>
    </dgm:pt>
    <dgm:pt modelId="{DF90FFB2-50F5-40BB-BB30-E9CED7760BED}" type="pres">
      <dgm:prSet presAssocID="{6EC1D25A-0B98-4C25-8B59-0AA21E775E3A}" presName="parentText" presStyleLbl="node1" presStyleIdx="2" presStyleCnt="3">
        <dgm:presLayoutVars>
          <dgm:chMax val="0"/>
          <dgm:bulletEnabled val="1"/>
        </dgm:presLayoutVars>
      </dgm:prSet>
      <dgm:spPr/>
    </dgm:pt>
  </dgm:ptLst>
  <dgm:cxnLst>
    <dgm:cxn modelId="{14E50B13-1FCF-4812-9366-0650D01A9BA6}" type="presOf" srcId="{6EC1D25A-0B98-4C25-8B59-0AA21E775E3A}" destId="{DF90FFB2-50F5-40BB-BB30-E9CED7760BED}" srcOrd="0" destOrd="0" presId="urn:microsoft.com/office/officeart/2005/8/layout/vList2"/>
    <dgm:cxn modelId="{243CA646-A361-4E97-B528-E3A7437F5AE6}" srcId="{FDBBD966-13D6-4FA5-8617-B30D1477C916}" destId="{D984EDAD-34A1-4F96-9F54-98E80BA54161}" srcOrd="0" destOrd="0" parTransId="{EBEA603F-FCD9-49BB-9650-DAFA64B70F72}" sibTransId="{11939247-B136-4990-9FAA-3003BBBC3378}"/>
    <dgm:cxn modelId="{63E87D73-39CA-4B08-8799-155C3D2F86AC}" type="presOf" srcId="{DDBC3C8E-1785-45C2-9964-B557CDC4CD0A}" destId="{1F155B27-9A30-4DA5-B2FA-2805F4C1EFBE}" srcOrd="0" destOrd="0" presId="urn:microsoft.com/office/officeart/2005/8/layout/vList2"/>
    <dgm:cxn modelId="{92676288-6965-4E30-A3EA-A14A3A703A1F}" srcId="{FDBBD966-13D6-4FA5-8617-B30D1477C916}" destId="{DDBC3C8E-1785-45C2-9964-B557CDC4CD0A}" srcOrd="1" destOrd="0" parTransId="{321201A9-68A2-419D-922E-2EAD095B7DB4}" sibTransId="{727FDC82-78E5-4C85-8942-FBECD69273B8}"/>
    <dgm:cxn modelId="{25B5FA8B-BD3D-44EF-8110-EA8B4A81165E}" type="presOf" srcId="{D984EDAD-34A1-4F96-9F54-98E80BA54161}" destId="{59942574-7307-41E5-9CB6-75219BDEA442}" srcOrd="0" destOrd="0" presId="urn:microsoft.com/office/officeart/2005/8/layout/vList2"/>
    <dgm:cxn modelId="{31D453B9-F167-4B5A-80AC-C7453367B173}" type="presOf" srcId="{FDBBD966-13D6-4FA5-8617-B30D1477C916}" destId="{4AC174FA-FBBE-4B74-9C7D-FA9C78A63548}" srcOrd="0" destOrd="0" presId="urn:microsoft.com/office/officeart/2005/8/layout/vList2"/>
    <dgm:cxn modelId="{2A1A3FE8-347E-4E09-BB09-FDB80F384C8D}" srcId="{FDBBD966-13D6-4FA5-8617-B30D1477C916}" destId="{6EC1D25A-0B98-4C25-8B59-0AA21E775E3A}" srcOrd="2" destOrd="0" parTransId="{497819D0-AB2D-4A0E-9531-79A8D9048F97}" sibTransId="{1E1DDA46-28CF-49D4-8A3B-2D3EB1A82C2F}"/>
    <dgm:cxn modelId="{BA809781-9C2F-45B3-AEDC-3011EAE18995}" type="presParOf" srcId="{4AC174FA-FBBE-4B74-9C7D-FA9C78A63548}" destId="{59942574-7307-41E5-9CB6-75219BDEA442}" srcOrd="0" destOrd="0" presId="urn:microsoft.com/office/officeart/2005/8/layout/vList2"/>
    <dgm:cxn modelId="{BA370A4C-5130-425D-9D33-14EC237D1CC4}" type="presParOf" srcId="{4AC174FA-FBBE-4B74-9C7D-FA9C78A63548}" destId="{B5A63DA9-5EEE-439F-B41D-CB005E0B4A2C}" srcOrd="1" destOrd="0" presId="urn:microsoft.com/office/officeart/2005/8/layout/vList2"/>
    <dgm:cxn modelId="{29886FE4-91F3-4B36-BE70-B3F6F5455687}" type="presParOf" srcId="{4AC174FA-FBBE-4B74-9C7D-FA9C78A63548}" destId="{1F155B27-9A30-4DA5-B2FA-2805F4C1EFBE}" srcOrd="2" destOrd="0" presId="urn:microsoft.com/office/officeart/2005/8/layout/vList2"/>
    <dgm:cxn modelId="{E2992A88-EB65-4268-A4C2-97B5403DEB45}" type="presParOf" srcId="{4AC174FA-FBBE-4B74-9C7D-FA9C78A63548}" destId="{F44271EE-6AFE-49C2-B7E9-35FA7DC2C7DD}" srcOrd="3" destOrd="0" presId="urn:microsoft.com/office/officeart/2005/8/layout/vList2"/>
    <dgm:cxn modelId="{874C12C9-B13D-4DD7-BCF1-2BA93F86939F}" type="presParOf" srcId="{4AC174FA-FBBE-4B74-9C7D-FA9C78A63548}" destId="{DF90FFB2-50F5-40BB-BB30-E9CED7760BE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956E3C-D1AE-4DE4-A0E2-2EC976CF8E8A}" type="doc">
      <dgm:prSet loTypeId="urn:microsoft.com/office/officeart/2005/8/layout/matrix3" loCatId="matrix" qsTypeId="urn:microsoft.com/office/officeart/2005/8/quickstyle/simple4" qsCatId="simple" csTypeId="urn:microsoft.com/office/officeart/2005/8/colors/colorful1" csCatId="colorful"/>
      <dgm:spPr/>
      <dgm:t>
        <a:bodyPr/>
        <a:lstStyle/>
        <a:p>
          <a:endParaRPr lang="en-US"/>
        </a:p>
      </dgm:t>
    </dgm:pt>
    <dgm:pt modelId="{B9938E5B-7A0B-4150-9EB9-1B00C945E129}">
      <dgm:prSet/>
      <dgm:spPr/>
      <dgm:t>
        <a:bodyPr/>
        <a:lstStyle/>
        <a:p>
          <a:r>
            <a:rPr lang="it-CH"/>
            <a:t>Data storage </a:t>
          </a:r>
          <a:endParaRPr lang="en-US"/>
        </a:p>
      </dgm:t>
    </dgm:pt>
    <dgm:pt modelId="{D25449EB-85C3-45EC-B7BA-410E554CA1B1}" type="parTrans" cxnId="{3587F9FD-9411-4C1E-83F6-09D1611F2AB8}">
      <dgm:prSet/>
      <dgm:spPr/>
      <dgm:t>
        <a:bodyPr/>
        <a:lstStyle/>
        <a:p>
          <a:endParaRPr lang="en-US"/>
        </a:p>
      </dgm:t>
    </dgm:pt>
    <dgm:pt modelId="{CF5639FD-AA3C-4544-A88F-CEADC808CAEF}" type="sibTrans" cxnId="{3587F9FD-9411-4C1E-83F6-09D1611F2AB8}">
      <dgm:prSet/>
      <dgm:spPr/>
      <dgm:t>
        <a:bodyPr/>
        <a:lstStyle/>
        <a:p>
          <a:endParaRPr lang="en-US"/>
        </a:p>
      </dgm:t>
    </dgm:pt>
    <dgm:pt modelId="{1959379A-FD3B-406D-874B-9D066D50B4DA}">
      <dgm:prSet/>
      <dgm:spPr/>
      <dgm:t>
        <a:bodyPr/>
        <a:lstStyle/>
        <a:p>
          <a:r>
            <a:rPr lang="it-CH"/>
            <a:t>Backend</a:t>
          </a:r>
          <a:endParaRPr lang="en-US"/>
        </a:p>
      </dgm:t>
    </dgm:pt>
    <dgm:pt modelId="{9177BF07-3510-4637-9A54-72201AD59A1E}" type="parTrans" cxnId="{70A6686A-24E4-4345-BD6A-DEE175C8556A}">
      <dgm:prSet/>
      <dgm:spPr/>
      <dgm:t>
        <a:bodyPr/>
        <a:lstStyle/>
        <a:p>
          <a:endParaRPr lang="en-US"/>
        </a:p>
      </dgm:t>
    </dgm:pt>
    <dgm:pt modelId="{FB5FA737-81DD-4D89-A54D-C25D441ECA60}" type="sibTrans" cxnId="{70A6686A-24E4-4345-BD6A-DEE175C8556A}">
      <dgm:prSet/>
      <dgm:spPr/>
      <dgm:t>
        <a:bodyPr/>
        <a:lstStyle/>
        <a:p>
          <a:endParaRPr lang="en-US"/>
        </a:p>
      </dgm:t>
    </dgm:pt>
    <dgm:pt modelId="{42E36638-6840-46CB-AEE6-0318F53156BD}">
      <dgm:prSet/>
      <dgm:spPr/>
      <dgm:t>
        <a:bodyPr/>
        <a:lstStyle/>
        <a:p>
          <a:r>
            <a:rPr lang="it-CH"/>
            <a:t>API</a:t>
          </a:r>
          <a:endParaRPr lang="en-US"/>
        </a:p>
      </dgm:t>
    </dgm:pt>
    <dgm:pt modelId="{29C0379F-B45F-46E2-A345-B300DF788DC2}" type="parTrans" cxnId="{1F641C09-0F99-444F-865C-06AF4F368CC5}">
      <dgm:prSet/>
      <dgm:spPr/>
      <dgm:t>
        <a:bodyPr/>
        <a:lstStyle/>
        <a:p>
          <a:endParaRPr lang="en-US"/>
        </a:p>
      </dgm:t>
    </dgm:pt>
    <dgm:pt modelId="{69160DB1-A086-47BA-9BE6-40CE478E976A}" type="sibTrans" cxnId="{1F641C09-0F99-444F-865C-06AF4F368CC5}">
      <dgm:prSet/>
      <dgm:spPr/>
      <dgm:t>
        <a:bodyPr/>
        <a:lstStyle/>
        <a:p>
          <a:endParaRPr lang="en-US"/>
        </a:p>
      </dgm:t>
    </dgm:pt>
    <dgm:pt modelId="{07C08ABC-8527-4FDD-BCF9-BA2B0169FBEB}">
      <dgm:prSet/>
      <dgm:spPr/>
      <dgm:t>
        <a:bodyPr/>
        <a:lstStyle/>
        <a:p>
          <a:r>
            <a:rPr lang="it-CH"/>
            <a:t>Distribution</a:t>
          </a:r>
          <a:endParaRPr lang="en-US"/>
        </a:p>
      </dgm:t>
    </dgm:pt>
    <dgm:pt modelId="{DCFAB97B-6A1B-4674-B4F0-0639E96B4F4A}" type="parTrans" cxnId="{21D75B5B-3325-47C9-B536-25AA9097F929}">
      <dgm:prSet/>
      <dgm:spPr/>
      <dgm:t>
        <a:bodyPr/>
        <a:lstStyle/>
        <a:p>
          <a:endParaRPr lang="en-US"/>
        </a:p>
      </dgm:t>
    </dgm:pt>
    <dgm:pt modelId="{7854C227-407A-4854-8C4B-5B29CBAFF729}" type="sibTrans" cxnId="{21D75B5B-3325-47C9-B536-25AA9097F929}">
      <dgm:prSet/>
      <dgm:spPr/>
      <dgm:t>
        <a:bodyPr/>
        <a:lstStyle/>
        <a:p>
          <a:endParaRPr lang="en-US"/>
        </a:p>
      </dgm:t>
    </dgm:pt>
    <dgm:pt modelId="{243BD8A9-79D7-4D93-A989-D1B797ED1625}" type="pres">
      <dgm:prSet presAssocID="{1E956E3C-D1AE-4DE4-A0E2-2EC976CF8E8A}" presName="matrix" presStyleCnt="0">
        <dgm:presLayoutVars>
          <dgm:chMax val="1"/>
          <dgm:dir/>
          <dgm:resizeHandles val="exact"/>
        </dgm:presLayoutVars>
      </dgm:prSet>
      <dgm:spPr/>
    </dgm:pt>
    <dgm:pt modelId="{AE3F5546-8271-4CC4-B7F5-1AADCCFFA7BB}" type="pres">
      <dgm:prSet presAssocID="{1E956E3C-D1AE-4DE4-A0E2-2EC976CF8E8A}" presName="diamond" presStyleLbl="bgShp" presStyleIdx="0" presStyleCnt="1"/>
      <dgm:spPr/>
    </dgm:pt>
    <dgm:pt modelId="{8CE096C2-916E-4F73-9C52-A007440B5697}" type="pres">
      <dgm:prSet presAssocID="{1E956E3C-D1AE-4DE4-A0E2-2EC976CF8E8A}" presName="quad1" presStyleLbl="node1" presStyleIdx="0" presStyleCnt="4">
        <dgm:presLayoutVars>
          <dgm:chMax val="0"/>
          <dgm:chPref val="0"/>
          <dgm:bulletEnabled val="1"/>
        </dgm:presLayoutVars>
      </dgm:prSet>
      <dgm:spPr/>
    </dgm:pt>
    <dgm:pt modelId="{4355D359-DFC6-48AD-851C-08532D58EC19}" type="pres">
      <dgm:prSet presAssocID="{1E956E3C-D1AE-4DE4-A0E2-2EC976CF8E8A}" presName="quad2" presStyleLbl="node1" presStyleIdx="1" presStyleCnt="4">
        <dgm:presLayoutVars>
          <dgm:chMax val="0"/>
          <dgm:chPref val="0"/>
          <dgm:bulletEnabled val="1"/>
        </dgm:presLayoutVars>
      </dgm:prSet>
      <dgm:spPr/>
    </dgm:pt>
    <dgm:pt modelId="{D6368CC1-6049-47C8-B145-FB88203DDB18}" type="pres">
      <dgm:prSet presAssocID="{1E956E3C-D1AE-4DE4-A0E2-2EC976CF8E8A}" presName="quad3" presStyleLbl="node1" presStyleIdx="2" presStyleCnt="4">
        <dgm:presLayoutVars>
          <dgm:chMax val="0"/>
          <dgm:chPref val="0"/>
          <dgm:bulletEnabled val="1"/>
        </dgm:presLayoutVars>
      </dgm:prSet>
      <dgm:spPr/>
    </dgm:pt>
    <dgm:pt modelId="{F3E04FF7-7B1A-4B1E-B169-82FCAC44D25B}" type="pres">
      <dgm:prSet presAssocID="{1E956E3C-D1AE-4DE4-A0E2-2EC976CF8E8A}" presName="quad4" presStyleLbl="node1" presStyleIdx="3" presStyleCnt="4">
        <dgm:presLayoutVars>
          <dgm:chMax val="0"/>
          <dgm:chPref val="0"/>
          <dgm:bulletEnabled val="1"/>
        </dgm:presLayoutVars>
      </dgm:prSet>
      <dgm:spPr/>
    </dgm:pt>
  </dgm:ptLst>
  <dgm:cxnLst>
    <dgm:cxn modelId="{1F641C09-0F99-444F-865C-06AF4F368CC5}" srcId="{1E956E3C-D1AE-4DE4-A0E2-2EC976CF8E8A}" destId="{42E36638-6840-46CB-AEE6-0318F53156BD}" srcOrd="2" destOrd="0" parTransId="{29C0379F-B45F-46E2-A345-B300DF788DC2}" sibTransId="{69160DB1-A086-47BA-9BE6-40CE478E976A}"/>
    <dgm:cxn modelId="{21D75B5B-3325-47C9-B536-25AA9097F929}" srcId="{1E956E3C-D1AE-4DE4-A0E2-2EC976CF8E8A}" destId="{07C08ABC-8527-4FDD-BCF9-BA2B0169FBEB}" srcOrd="3" destOrd="0" parTransId="{DCFAB97B-6A1B-4674-B4F0-0639E96B4F4A}" sibTransId="{7854C227-407A-4854-8C4B-5B29CBAFF729}"/>
    <dgm:cxn modelId="{6B30A35B-7D22-4DF4-8E2A-25139C2DC982}" type="presOf" srcId="{B9938E5B-7A0B-4150-9EB9-1B00C945E129}" destId="{8CE096C2-916E-4F73-9C52-A007440B5697}" srcOrd="0" destOrd="0" presId="urn:microsoft.com/office/officeart/2005/8/layout/matrix3"/>
    <dgm:cxn modelId="{70A6686A-24E4-4345-BD6A-DEE175C8556A}" srcId="{1E956E3C-D1AE-4DE4-A0E2-2EC976CF8E8A}" destId="{1959379A-FD3B-406D-874B-9D066D50B4DA}" srcOrd="1" destOrd="0" parTransId="{9177BF07-3510-4637-9A54-72201AD59A1E}" sibTransId="{FB5FA737-81DD-4D89-A54D-C25D441ECA60}"/>
    <dgm:cxn modelId="{61BFA26D-9D04-4536-A06C-DB0A88CA5B27}" type="presOf" srcId="{42E36638-6840-46CB-AEE6-0318F53156BD}" destId="{D6368CC1-6049-47C8-B145-FB88203DDB18}" srcOrd="0" destOrd="0" presId="urn:microsoft.com/office/officeart/2005/8/layout/matrix3"/>
    <dgm:cxn modelId="{58F3C9CE-21FC-413E-8B5D-C0D9E731B38E}" type="presOf" srcId="{1E956E3C-D1AE-4DE4-A0E2-2EC976CF8E8A}" destId="{243BD8A9-79D7-4D93-A989-D1B797ED1625}" srcOrd="0" destOrd="0" presId="urn:microsoft.com/office/officeart/2005/8/layout/matrix3"/>
    <dgm:cxn modelId="{65D1CFDD-6F9F-4E23-88F4-4B7F94C2E564}" type="presOf" srcId="{07C08ABC-8527-4FDD-BCF9-BA2B0169FBEB}" destId="{F3E04FF7-7B1A-4B1E-B169-82FCAC44D25B}" srcOrd="0" destOrd="0" presId="urn:microsoft.com/office/officeart/2005/8/layout/matrix3"/>
    <dgm:cxn modelId="{E9480DFA-4410-4FDF-8D37-BD786939EE60}" type="presOf" srcId="{1959379A-FD3B-406D-874B-9D066D50B4DA}" destId="{4355D359-DFC6-48AD-851C-08532D58EC19}" srcOrd="0" destOrd="0" presId="urn:microsoft.com/office/officeart/2005/8/layout/matrix3"/>
    <dgm:cxn modelId="{3587F9FD-9411-4C1E-83F6-09D1611F2AB8}" srcId="{1E956E3C-D1AE-4DE4-A0E2-2EC976CF8E8A}" destId="{B9938E5B-7A0B-4150-9EB9-1B00C945E129}" srcOrd="0" destOrd="0" parTransId="{D25449EB-85C3-45EC-B7BA-410E554CA1B1}" sibTransId="{CF5639FD-AA3C-4544-A88F-CEADC808CAEF}"/>
    <dgm:cxn modelId="{5ADFBD1A-D858-4CF1-9A8D-23F92C16E439}" type="presParOf" srcId="{243BD8A9-79D7-4D93-A989-D1B797ED1625}" destId="{AE3F5546-8271-4CC4-B7F5-1AADCCFFA7BB}" srcOrd="0" destOrd="0" presId="urn:microsoft.com/office/officeart/2005/8/layout/matrix3"/>
    <dgm:cxn modelId="{0AA18E3E-0FD1-409F-98C3-135994FD515A}" type="presParOf" srcId="{243BD8A9-79D7-4D93-A989-D1B797ED1625}" destId="{8CE096C2-916E-4F73-9C52-A007440B5697}" srcOrd="1" destOrd="0" presId="urn:microsoft.com/office/officeart/2005/8/layout/matrix3"/>
    <dgm:cxn modelId="{C59AA14C-74CB-4D27-BDDE-892127DC9CEC}" type="presParOf" srcId="{243BD8A9-79D7-4D93-A989-D1B797ED1625}" destId="{4355D359-DFC6-48AD-851C-08532D58EC19}" srcOrd="2" destOrd="0" presId="urn:microsoft.com/office/officeart/2005/8/layout/matrix3"/>
    <dgm:cxn modelId="{E66D9D50-A8B7-4D20-B5BF-77BBC8120AED}" type="presParOf" srcId="{243BD8A9-79D7-4D93-A989-D1B797ED1625}" destId="{D6368CC1-6049-47C8-B145-FB88203DDB18}" srcOrd="3" destOrd="0" presId="urn:microsoft.com/office/officeart/2005/8/layout/matrix3"/>
    <dgm:cxn modelId="{C63F00AC-26CC-41EE-93CE-10FCFDB9F1B4}" type="presParOf" srcId="{243BD8A9-79D7-4D93-A989-D1B797ED1625}" destId="{F3E04FF7-7B1A-4B1E-B169-82FCAC44D25B}"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B96BB4-71CF-4387-977E-174C0548002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9D9F9FD-C9C6-4192-901C-2558A6B33663}">
      <dgm:prSet/>
      <dgm:spPr/>
      <dgm:t>
        <a:bodyPr/>
        <a:lstStyle/>
        <a:p>
          <a:r>
            <a:rPr lang="it-CH"/>
            <a:t>Spiegare a cosa serve</a:t>
          </a:r>
          <a:endParaRPr lang="en-US"/>
        </a:p>
      </dgm:t>
    </dgm:pt>
    <dgm:pt modelId="{E955BAE5-9EE7-4DA8-B822-D5EF0C9B8E43}" type="parTrans" cxnId="{EBA03E00-E88B-4D67-BFA8-8A8A4CD3DD94}">
      <dgm:prSet/>
      <dgm:spPr/>
      <dgm:t>
        <a:bodyPr/>
        <a:lstStyle/>
        <a:p>
          <a:endParaRPr lang="en-US"/>
        </a:p>
      </dgm:t>
    </dgm:pt>
    <dgm:pt modelId="{98173155-1DB1-4851-935F-7A182761E3EA}" type="sibTrans" cxnId="{EBA03E00-E88B-4D67-BFA8-8A8A4CD3DD94}">
      <dgm:prSet/>
      <dgm:spPr/>
      <dgm:t>
        <a:bodyPr/>
        <a:lstStyle/>
        <a:p>
          <a:endParaRPr lang="en-US"/>
        </a:p>
      </dgm:t>
    </dgm:pt>
    <dgm:pt modelId="{6E206974-1F1B-46CE-94A1-8FA9C22627F9}">
      <dgm:prSet/>
      <dgm:spPr/>
      <dgm:t>
        <a:bodyPr/>
        <a:lstStyle/>
        <a:p>
          <a:r>
            <a:rPr lang="it-CH"/>
            <a:t>La key difference che è il fatto che client usa object oriented mentre backend usa le classi SQL,</a:t>
          </a:r>
          <a:endParaRPr lang="en-US"/>
        </a:p>
      </dgm:t>
    </dgm:pt>
    <dgm:pt modelId="{1FB3C759-6DD6-4182-A414-AD6C079B3065}" type="parTrans" cxnId="{12B2B92D-0E06-40D8-9B30-B5D50E4F8A05}">
      <dgm:prSet/>
      <dgm:spPr/>
      <dgm:t>
        <a:bodyPr/>
        <a:lstStyle/>
        <a:p>
          <a:endParaRPr lang="en-US"/>
        </a:p>
      </dgm:t>
    </dgm:pt>
    <dgm:pt modelId="{D01E814F-63E5-441A-AC2D-839F1C701A95}" type="sibTrans" cxnId="{12B2B92D-0E06-40D8-9B30-B5D50E4F8A05}">
      <dgm:prSet/>
      <dgm:spPr/>
      <dgm:t>
        <a:bodyPr/>
        <a:lstStyle/>
        <a:p>
          <a:endParaRPr lang="en-US"/>
        </a:p>
      </dgm:t>
    </dgm:pt>
    <dgm:pt modelId="{E906CAD3-8B97-417A-A4C6-68666CBEAE24}">
      <dgm:prSet/>
      <dgm:spPr/>
      <dgm:t>
        <a:bodyPr/>
        <a:lstStyle/>
        <a:p>
          <a:r>
            <a:rPr lang="it-CH"/>
            <a:t>3 Moduli </a:t>
          </a:r>
          <a:endParaRPr lang="en-US"/>
        </a:p>
      </dgm:t>
    </dgm:pt>
    <dgm:pt modelId="{999DF026-CBA4-46EB-9350-71092D81D79E}" type="parTrans" cxnId="{F15E7AC2-4E92-4471-BAD3-5F35DA55A4BD}">
      <dgm:prSet/>
      <dgm:spPr/>
      <dgm:t>
        <a:bodyPr/>
        <a:lstStyle/>
        <a:p>
          <a:endParaRPr lang="en-US"/>
        </a:p>
      </dgm:t>
    </dgm:pt>
    <dgm:pt modelId="{EC32A558-B99E-4236-AC6E-CF0E42145C64}" type="sibTrans" cxnId="{F15E7AC2-4E92-4471-BAD3-5F35DA55A4BD}">
      <dgm:prSet/>
      <dgm:spPr/>
      <dgm:t>
        <a:bodyPr/>
        <a:lstStyle/>
        <a:p>
          <a:endParaRPr lang="en-US"/>
        </a:p>
      </dgm:t>
    </dgm:pt>
    <dgm:pt modelId="{FD3049C5-708B-4BA4-AEF7-37C84DC200A8}">
      <dgm:prSet/>
      <dgm:spPr/>
      <dgm:t>
        <a:bodyPr/>
        <a:lstStyle/>
        <a:p>
          <a:r>
            <a:rPr lang="it-CH"/>
            <a:t>Spiegare che include tutte le funzioni:</a:t>
          </a:r>
          <a:endParaRPr lang="en-US"/>
        </a:p>
      </dgm:t>
    </dgm:pt>
    <dgm:pt modelId="{D3681594-EFE5-4D3D-B623-3D498E500E88}" type="parTrans" cxnId="{88324229-DA3D-4255-ABE5-111A2DD9E314}">
      <dgm:prSet/>
      <dgm:spPr/>
      <dgm:t>
        <a:bodyPr/>
        <a:lstStyle/>
        <a:p>
          <a:endParaRPr lang="en-US"/>
        </a:p>
      </dgm:t>
    </dgm:pt>
    <dgm:pt modelId="{253CBF1D-BCED-46D2-B18B-B28A96A09CE0}" type="sibTrans" cxnId="{88324229-DA3D-4255-ABE5-111A2DD9E314}">
      <dgm:prSet/>
      <dgm:spPr/>
      <dgm:t>
        <a:bodyPr/>
        <a:lstStyle/>
        <a:p>
          <a:endParaRPr lang="en-US"/>
        </a:p>
      </dgm:t>
    </dgm:pt>
    <dgm:pt modelId="{5C283BCB-ACDD-4F9F-84FA-125165EC25B0}">
      <dgm:prSet/>
      <dgm:spPr/>
      <dgm:t>
        <a:bodyPr/>
        <a:lstStyle/>
        <a:p>
          <a:r>
            <a:rPr lang="it-CH"/>
            <a:t>CRUD api</a:t>
          </a:r>
          <a:endParaRPr lang="en-US"/>
        </a:p>
      </dgm:t>
    </dgm:pt>
    <dgm:pt modelId="{D7A8666C-2D8A-45B7-AF40-77F8ECE23AF8}" type="parTrans" cxnId="{7F60783F-8870-4441-AA1B-98BC80AF51DE}">
      <dgm:prSet/>
      <dgm:spPr/>
      <dgm:t>
        <a:bodyPr/>
        <a:lstStyle/>
        <a:p>
          <a:endParaRPr lang="en-US"/>
        </a:p>
      </dgm:t>
    </dgm:pt>
    <dgm:pt modelId="{8FC1FA3D-78E0-43C9-8239-009FA7805954}" type="sibTrans" cxnId="{7F60783F-8870-4441-AA1B-98BC80AF51DE}">
      <dgm:prSet/>
      <dgm:spPr/>
      <dgm:t>
        <a:bodyPr/>
        <a:lstStyle/>
        <a:p>
          <a:endParaRPr lang="en-US"/>
        </a:p>
      </dgm:t>
    </dgm:pt>
    <dgm:pt modelId="{4409D0C2-7431-46D9-A231-FABA5848B19A}">
      <dgm:prSet/>
      <dgm:spPr/>
      <dgm:t>
        <a:bodyPr/>
        <a:lstStyle/>
        <a:p>
          <a:r>
            <a:rPr lang="it-CH"/>
            <a:t>Aggregations</a:t>
          </a:r>
          <a:endParaRPr lang="en-US"/>
        </a:p>
      </dgm:t>
    </dgm:pt>
    <dgm:pt modelId="{3F612C5E-3A1F-4510-9CC8-90D0B1A1DDB7}" type="parTrans" cxnId="{FAED84DA-3A33-450C-A183-6F3254232ABD}">
      <dgm:prSet/>
      <dgm:spPr/>
      <dgm:t>
        <a:bodyPr/>
        <a:lstStyle/>
        <a:p>
          <a:endParaRPr lang="en-US"/>
        </a:p>
      </dgm:t>
    </dgm:pt>
    <dgm:pt modelId="{4F41329A-AA53-4829-B872-FA5C24F77E02}" type="sibTrans" cxnId="{FAED84DA-3A33-450C-A183-6F3254232ABD}">
      <dgm:prSet/>
      <dgm:spPr/>
      <dgm:t>
        <a:bodyPr/>
        <a:lstStyle/>
        <a:p>
          <a:endParaRPr lang="en-US"/>
        </a:p>
      </dgm:t>
    </dgm:pt>
    <dgm:pt modelId="{6611C0C3-8674-477F-B748-6258062A236A}">
      <dgm:prSet/>
      <dgm:spPr/>
      <dgm:t>
        <a:bodyPr/>
        <a:lstStyle/>
        <a:p>
          <a:r>
            <a:rPr lang="it-CH"/>
            <a:t>Statistics</a:t>
          </a:r>
          <a:endParaRPr lang="en-US"/>
        </a:p>
      </dgm:t>
    </dgm:pt>
    <dgm:pt modelId="{383F3626-F0FA-4F01-9C62-B5B02261071E}" type="parTrans" cxnId="{159565DA-C698-4D20-A112-FFFA19A4850D}">
      <dgm:prSet/>
      <dgm:spPr/>
      <dgm:t>
        <a:bodyPr/>
        <a:lstStyle/>
        <a:p>
          <a:endParaRPr lang="en-US"/>
        </a:p>
      </dgm:t>
    </dgm:pt>
    <dgm:pt modelId="{11C2BA26-7157-4101-92F2-367B7DC63DC0}" type="sibTrans" cxnId="{159565DA-C698-4D20-A112-FFFA19A4850D}">
      <dgm:prSet/>
      <dgm:spPr/>
      <dgm:t>
        <a:bodyPr/>
        <a:lstStyle/>
        <a:p>
          <a:endParaRPr lang="en-US"/>
        </a:p>
      </dgm:t>
    </dgm:pt>
    <dgm:pt modelId="{7CC2A667-1EA7-4432-9F83-DA62116E2D78}">
      <dgm:prSet/>
      <dgm:spPr/>
      <dgm:t>
        <a:bodyPr/>
        <a:lstStyle/>
        <a:p>
          <a:r>
            <a:rPr lang="it-CH"/>
            <a:t>Interface</a:t>
          </a:r>
          <a:endParaRPr lang="en-US"/>
        </a:p>
      </dgm:t>
    </dgm:pt>
    <dgm:pt modelId="{331EE86E-6160-4908-B940-5BB2D6E2F9F1}" type="parTrans" cxnId="{032A6D43-1551-42A0-956F-45CD35DFBAB8}">
      <dgm:prSet/>
      <dgm:spPr/>
      <dgm:t>
        <a:bodyPr/>
        <a:lstStyle/>
        <a:p>
          <a:endParaRPr lang="en-US"/>
        </a:p>
      </dgm:t>
    </dgm:pt>
    <dgm:pt modelId="{8EC70835-BFF3-4E57-A84B-DFA3EC08F364}" type="sibTrans" cxnId="{032A6D43-1551-42A0-956F-45CD35DFBAB8}">
      <dgm:prSet/>
      <dgm:spPr/>
      <dgm:t>
        <a:bodyPr/>
        <a:lstStyle/>
        <a:p>
          <a:endParaRPr lang="en-US"/>
        </a:p>
      </dgm:t>
    </dgm:pt>
    <dgm:pt modelId="{F238F9FA-08BA-403F-BB26-5762413541F9}" type="pres">
      <dgm:prSet presAssocID="{F7B96BB4-71CF-4387-977E-174C0548002B}" presName="root" presStyleCnt="0">
        <dgm:presLayoutVars>
          <dgm:dir/>
          <dgm:resizeHandles val="exact"/>
        </dgm:presLayoutVars>
      </dgm:prSet>
      <dgm:spPr/>
    </dgm:pt>
    <dgm:pt modelId="{726A148D-62E8-48BD-9995-435F4C7E94E3}" type="pres">
      <dgm:prSet presAssocID="{99D9F9FD-C9C6-4192-901C-2558A6B33663}" presName="compNode" presStyleCnt="0"/>
      <dgm:spPr/>
    </dgm:pt>
    <dgm:pt modelId="{D6CA017D-7877-4ACA-983F-89BCD7EF8283}" type="pres">
      <dgm:prSet presAssocID="{99D9F9FD-C9C6-4192-901C-2558A6B33663}" presName="bgRect" presStyleLbl="bgShp" presStyleIdx="0" presStyleCnt="4"/>
      <dgm:spPr/>
    </dgm:pt>
    <dgm:pt modelId="{DA8F7FB4-A8FE-4195-8ECA-B710EC0E110B}" type="pres">
      <dgm:prSet presAssocID="{99D9F9FD-C9C6-4192-901C-2558A6B3366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ente"/>
        </a:ext>
      </dgm:extLst>
    </dgm:pt>
    <dgm:pt modelId="{84DFDD15-5F6D-4DAA-B2C0-5C772D0A4E7E}" type="pres">
      <dgm:prSet presAssocID="{99D9F9FD-C9C6-4192-901C-2558A6B33663}" presName="spaceRect" presStyleCnt="0"/>
      <dgm:spPr/>
    </dgm:pt>
    <dgm:pt modelId="{6C779F87-2E4B-4F21-81C9-5D999F85AEE5}" type="pres">
      <dgm:prSet presAssocID="{99D9F9FD-C9C6-4192-901C-2558A6B33663}" presName="parTx" presStyleLbl="revTx" presStyleIdx="0" presStyleCnt="5">
        <dgm:presLayoutVars>
          <dgm:chMax val="0"/>
          <dgm:chPref val="0"/>
        </dgm:presLayoutVars>
      </dgm:prSet>
      <dgm:spPr/>
    </dgm:pt>
    <dgm:pt modelId="{9B6AA771-94E8-4406-8BAF-45015E116527}" type="pres">
      <dgm:prSet presAssocID="{98173155-1DB1-4851-935F-7A182761E3EA}" presName="sibTrans" presStyleCnt="0"/>
      <dgm:spPr/>
    </dgm:pt>
    <dgm:pt modelId="{06BE402D-AB70-414C-AFD2-9CEDA5ABB8EB}" type="pres">
      <dgm:prSet presAssocID="{6E206974-1F1B-46CE-94A1-8FA9C22627F9}" presName="compNode" presStyleCnt="0"/>
      <dgm:spPr/>
    </dgm:pt>
    <dgm:pt modelId="{B0DAE74E-74B8-4748-80EC-2CFAF5F05EE6}" type="pres">
      <dgm:prSet presAssocID="{6E206974-1F1B-46CE-94A1-8FA9C22627F9}" presName="bgRect" presStyleLbl="bgShp" presStyleIdx="1" presStyleCnt="4"/>
      <dgm:spPr/>
    </dgm:pt>
    <dgm:pt modelId="{94A7BF25-EC72-4C43-B13E-82143A4DE359}" type="pres">
      <dgm:prSet presAssocID="{6E206974-1F1B-46CE-94A1-8FA9C22627F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e"/>
        </a:ext>
      </dgm:extLst>
    </dgm:pt>
    <dgm:pt modelId="{62B31DC8-8640-4782-BC11-DCAFD29364F2}" type="pres">
      <dgm:prSet presAssocID="{6E206974-1F1B-46CE-94A1-8FA9C22627F9}" presName="spaceRect" presStyleCnt="0"/>
      <dgm:spPr/>
    </dgm:pt>
    <dgm:pt modelId="{5895E3D2-C563-48E2-8164-AE0958EBE417}" type="pres">
      <dgm:prSet presAssocID="{6E206974-1F1B-46CE-94A1-8FA9C22627F9}" presName="parTx" presStyleLbl="revTx" presStyleIdx="1" presStyleCnt="5">
        <dgm:presLayoutVars>
          <dgm:chMax val="0"/>
          <dgm:chPref val="0"/>
        </dgm:presLayoutVars>
      </dgm:prSet>
      <dgm:spPr/>
    </dgm:pt>
    <dgm:pt modelId="{71F3F517-FDCA-4346-8F4C-0EB455B9DEC3}" type="pres">
      <dgm:prSet presAssocID="{D01E814F-63E5-441A-AC2D-839F1C701A95}" presName="sibTrans" presStyleCnt="0"/>
      <dgm:spPr/>
    </dgm:pt>
    <dgm:pt modelId="{95718542-5A16-49E0-8370-099A7A6C3527}" type="pres">
      <dgm:prSet presAssocID="{E906CAD3-8B97-417A-A4C6-68666CBEAE24}" presName="compNode" presStyleCnt="0"/>
      <dgm:spPr/>
    </dgm:pt>
    <dgm:pt modelId="{C6D6FCDD-5F78-4CDD-8827-A0F2C43AC45C}" type="pres">
      <dgm:prSet presAssocID="{E906CAD3-8B97-417A-A4C6-68666CBEAE24}" presName="bgRect" presStyleLbl="bgShp" presStyleIdx="2" presStyleCnt="4"/>
      <dgm:spPr/>
    </dgm:pt>
    <dgm:pt modelId="{D5C45A72-D7D0-449A-B49C-CD8AAD7976DD}" type="pres">
      <dgm:prSet presAssocID="{E906CAD3-8B97-417A-A4C6-68666CBEAE2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o"/>
        </a:ext>
      </dgm:extLst>
    </dgm:pt>
    <dgm:pt modelId="{A159C718-D7BD-4B0D-998F-775C7A58E091}" type="pres">
      <dgm:prSet presAssocID="{E906CAD3-8B97-417A-A4C6-68666CBEAE24}" presName="spaceRect" presStyleCnt="0"/>
      <dgm:spPr/>
    </dgm:pt>
    <dgm:pt modelId="{E5FCE575-2F14-448E-AC0C-069098FD69EB}" type="pres">
      <dgm:prSet presAssocID="{E906CAD3-8B97-417A-A4C6-68666CBEAE24}" presName="parTx" presStyleLbl="revTx" presStyleIdx="2" presStyleCnt="5">
        <dgm:presLayoutVars>
          <dgm:chMax val="0"/>
          <dgm:chPref val="0"/>
        </dgm:presLayoutVars>
      </dgm:prSet>
      <dgm:spPr/>
    </dgm:pt>
    <dgm:pt modelId="{57E9A1A6-8E37-4F26-84CB-639C61570063}" type="pres">
      <dgm:prSet presAssocID="{EC32A558-B99E-4236-AC6E-CF0E42145C64}" presName="sibTrans" presStyleCnt="0"/>
      <dgm:spPr/>
    </dgm:pt>
    <dgm:pt modelId="{286BA2A2-3E7A-4978-ADE5-3904ACDB3CC3}" type="pres">
      <dgm:prSet presAssocID="{FD3049C5-708B-4BA4-AEF7-37C84DC200A8}" presName="compNode" presStyleCnt="0"/>
      <dgm:spPr/>
    </dgm:pt>
    <dgm:pt modelId="{F9CAE10E-3FEE-4B9D-9F1D-CAEC2F6B87EE}" type="pres">
      <dgm:prSet presAssocID="{FD3049C5-708B-4BA4-AEF7-37C84DC200A8}" presName="bgRect" presStyleLbl="bgShp" presStyleIdx="3" presStyleCnt="4"/>
      <dgm:spPr/>
    </dgm:pt>
    <dgm:pt modelId="{B61C2595-43E1-4B94-9DA9-245ECDCBE69E}" type="pres">
      <dgm:prSet presAssocID="{FD3049C5-708B-4BA4-AEF7-37C84DC200A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5591859C-E969-4CEA-BEAA-30224E25D12F}" type="pres">
      <dgm:prSet presAssocID="{FD3049C5-708B-4BA4-AEF7-37C84DC200A8}" presName="spaceRect" presStyleCnt="0"/>
      <dgm:spPr/>
    </dgm:pt>
    <dgm:pt modelId="{D2D64E12-CF48-41DB-8D2F-A5F362BE46D0}" type="pres">
      <dgm:prSet presAssocID="{FD3049C5-708B-4BA4-AEF7-37C84DC200A8}" presName="parTx" presStyleLbl="revTx" presStyleIdx="3" presStyleCnt="5">
        <dgm:presLayoutVars>
          <dgm:chMax val="0"/>
          <dgm:chPref val="0"/>
        </dgm:presLayoutVars>
      </dgm:prSet>
      <dgm:spPr/>
    </dgm:pt>
    <dgm:pt modelId="{DFFEC4B3-3313-4B20-81A8-1D7DA1C32378}" type="pres">
      <dgm:prSet presAssocID="{FD3049C5-708B-4BA4-AEF7-37C84DC200A8}" presName="desTx" presStyleLbl="revTx" presStyleIdx="4" presStyleCnt="5">
        <dgm:presLayoutVars/>
      </dgm:prSet>
      <dgm:spPr/>
    </dgm:pt>
  </dgm:ptLst>
  <dgm:cxnLst>
    <dgm:cxn modelId="{EBA03E00-E88B-4D67-BFA8-8A8A4CD3DD94}" srcId="{F7B96BB4-71CF-4387-977E-174C0548002B}" destId="{99D9F9FD-C9C6-4192-901C-2558A6B33663}" srcOrd="0" destOrd="0" parTransId="{E955BAE5-9EE7-4DA8-B822-D5EF0C9B8E43}" sibTransId="{98173155-1DB1-4851-935F-7A182761E3EA}"/>
    <dgm:cxn modelId="{86093315-14B8-4F4E-AC33-5A942E1E61ED}" type="presOf" srcId="{E906CAD3-8B97-417A-A4C6-68666CBEAE24}" destId="{E5FCE575-2F14-448E-AC0C-069098FD69EB}" srcOrd="0" destOrd="0" presId="urn:microsoft.com/office/officeart/2018/2/layout/IconVerticalSolidList"/>
    <dgm:cxn modelId="{88324229-DA3D-4255-ABE5-111A2DD9E314}" srcId="{F7B96BB4-71CF-4387-977E-174C0548002B}" destId="{FD3049C5-708B-4BA4-AEF7-37C84DC200A8}" srcOrd="3" destOrd="0" parTransId="{D3681594-EFE5-4D3D-B623-3D498E500E88}" sibTransId="{253CBF1D-BCED-46D2-B18B-B28A96A09CE0}"/>
    <dgm:cxn modelId="{12B2B92D-0E06-40D8-9B30-B5D50E4F8A05}" srcId="{F7B96BB4-71CF-4387-977E-174C0548002B}" destId="{6E206974-1F1B-46CE-94A1-8FA9C22627F9}" srcOrd="1" destOrd="0" parTransId="{1FB3C759-6DD6-4182-A414-AD6C079B3065}" sibTransId="{D01E814F-63E5-441A-AC2D-839F1C701A95}"/>
    <dgm:cxn modelId="{7C12C638-8074-47A7-B256-1F9FC399B22B}" type="presOf" srcId="{7CC2A667-1EA7-4432-9F83-DA62116E2D78}" destId="{DFFEC4B3-3313-4B20-81A8-1D7DA1C32378}" srcOrd="0" destOrd="3" presId="urn:microsoft.com/office/officeart/2018/2/layout/IconVerticalSolidList"/>
    <dgm:cxn modelId="{7F60783F-8870-4441-AA1B-98BC80AF51DE}" srcId="{FD3049C5-708B-4BA4-AEF7-37C84DC200A8}" destId="{5C283BCB-ACDD-4F9F-84FA-125165EC25B0}" srcOrd="0" destOrd="0" parTransId="{D7A8666C-2D8A-45B7-AF40-77F8ECE23AF8}" sibTransId="{8FC1FA3D-78E0-43C9-8239-009FA7805954}"/>
    <dgm:cxn modelId="{032A6D43-1551-42A0-956F-45CD35DFBAB8}" srcId="{FD3049C5-708B-4BA4-AEF7-37C84DC200A8}" destId="{7CC2A667-1EA7-4432-9F83-DA62116E2D78}" srcOrd="3" destOrd="0" parTransId="{331EE86E-6160-4908-B940-5BB2D6E2F9F1}" sibTransId="{8EC70835-BFF3-4E57-A84B-DFA3EC08F364}"/>
    <dgm:cxn modelId="{E101E569-0AAD-4E0C-BAB2-A41C60754475}" type="presOf" srcId="{6E206974-1F1B-46CE-94A1-8FA9C22627F9}" destId="{5895E3D2-C563-48E2-8164-AE0958EBE417}" srcOrd="0" destOrd="0" presId="urn:microsoft.com/office/officeart/2018/2/layout/IconVerticalSolidList"/>
    <dgm:cxn modelId="{356F9778-BCB8-4017-BD6E-C51F6F1C8EDC}" type="presOf" srcId="{F7B96BB4-71CF-4387-977E-174C0548002B}" destId="{F238F9FA-08BA-403F-BB26-5762413541F9}" srcOrd="0" destOrd="0" presId="urn:microsoft.com/office/officeart/2018/2/layout/IconVerticalSolidList"/>
    <dgm:cxn modelId="{C1BE3259-FEDD-41BD-BFB0-ED949B23A541}" type="presOf" srcId="{99D9F9FD-C9C6-4192-901C-2558A6B33663}" destId="{6C779F87-2E4B-4F21-81C9-5D999F85AEE5}" srcOrd="0" destOrd="0" presId="urn:microsoft.com/office/officeart/2018/2/layout/IconVerticalSolidList"/>
    <dgm:cxn modelId="{13A30297-C1E5-4B9C-91EA-8258F0C6AC59}" type="presOf" srcId="{4409D0C2-7431-46D9-A231-FABA5848B19A}" destId="{DFFEC4B3-3313-4B20-81A8-1D7DA1C32378}" srcOrd="0" destOrd="1" presId="urn:microsoft.com/office/officeart/2018/2/layout/IconVerticalSolidList"/>
    <dgm:cxn modelId="{D6AC5DAA-71A3-4C8E-BC56-5A3CE57F5731}" type="presOf" srcId="{5C283BCB-ACDD-4F9F-84FA-125165EC25B0}" destId="{DFFEC4B3-3313-4B20-81A8-1D7DA1C32378}" srcOrd="0" destOrd="0" presId="urn:microsoft.com/office/officeart/2018/2/layout/IconVerticalSolidList"/>
    <dgm:cxn modelId="{F15E7AC2-4E92-4471-BAD3-5F35DA55A4BD}" srcId="{F7B96BB4-71CF-4387-977E-174C0548002B}" destId="{E906CAD3-8B97-417A-A4C6-68666CBEAE24}" srcOrd="2" destOrd="0" parTransId="{999DF026-CBA4-46EB-9350-71092D81D79E}" sibTransId="{EC32A558-B99E-4236-AC6E-CF0E42145C64}"/>
    <dgm:cxn modelId="{159565DA-C698-4D20-A112-FFFA19A4850D}" srcId="{FD3049C5-708B-4BA4-AEF7-37C84DC200A8}" destId="{6611C0C3-8674-477F-B748-6258062A236A}" srcOrd="2" destOrd="0" parTransId="{383F3626-F0FA-4F01-9C62-B5B02261071E}" sibTransId="{11C2BA26-7157-4101-92F2-367B7DC63DC0}"/>
    <dgm:cxn modelId="{FAED84DA-3A33-450C-A183-6F3254232ABD}" srcId="{FD3049C5-708B-4BA4-AEF7-37C84DC200A8}" destId="{4409D0C2-7431-46D9-A231-FABA5848B19A}" srcOrd="1" destOrd="0" parTransId="{3F612C5E-3A1F-4510-9CC8-90D0B1A1DDB7}" sibTransId="{4F41329A-AA53-4829-B872-FA5C24F77E02}"/>
    <dgm:cxn modelId="{B5E73FE3-F909-4359-8819-6F71E058576D}" type="presOf" srcId="{6611C0C3-8674-477F-B748-6258062A236A}" destId="{DFFEC4B3-3313-4B20-81A8-1D7DA1C32378}" srcOrd="0" destOrd="2" presId="urn:microsoft.com/office/officeart/2018/2/layout/IconVerticalSolidList"/>
    <dgm:cxn modelId="{EE750BE8-767E-487A-95A1-AE37F466AAC4}" type="presOf" srcId="{FD3049C5-708B-4BA4-AEF7-37C84DC200A8}" destId="{D2D64E12-CF48-41DB-8D2F-A5F362BE46D0}" srcOrd="0" destOrd="0" presId="urn:microsoft.com/office/officeart/2018/2/layout/IconVerticalSolidList"/>
    <dgm:cxn modelId="{3424882B-ACE3-4CF5-90D2-D7F926798FDA}" type="presParOf" srcId="{F238F9FA-08BA-403F-BB26-5762413541F9}" destId="{726A148D-62E8-48BD-9995-435F4C7E94E3}" srcOrd="0" destOrd="0" presId="urn:microsoft.com/office/officeart/2018/2/layout/IconVerticalSolidList"/>
    <dgm:cxn modelId="{9E514A7F-97FC-44A9-9EB6-28EF773FA01A}" type="presParOf" srcId="{726A148D-62E8-48BD-9995-435F4C7E94E3}" destId="{D6CA017D-7877-4ACA-983F-89BCD7EF8283}" srcOrd="0" destOrd="0" presId="urn:microsoft.com/office/officeart/2018/2/layout/IconVerticalSolidList"/>
    <dgm:cxn modelId="{D02200B1-AE04-4F9D-9472-EFC30443BD36}" type="presParOf" srcId="{726A148D-62E8-48BD-9995-435F4C7E94E3}" destId="{DA8F7FB4-A8FE-4195-8ECA-B710EC0E110B}" srcOrd="1" destOrd="0" presId="urn:microsoft.com/office/officeart/2018/2/layout/IconVerticalSolidList"/>
    <dgm:cxn modelId="{C062E136-E664-4220-9484-0737DA378BEE}" type="presParOf" srcId="{726A148D-62E8-48BD-9995-435F4C7E94E3}" destId="{84DFDD15-5F6D-4DAA-B2C0-5C772D0A4E7E}" srcOrd="2" destOrd="0" presId="urn:microsoft.com/office/officeart/2018/2/layout/IconVerticalSolidList"/>
    <dgm:cxn modelId="{811F4CBE-04B6-45A3-9F8B-EADD6D0A23A3}" type="presParOf" srcId="{726A148D-62E8-48BD-9995-435F4C7E94E3}" destId="{6C779F87-2E4B-4F21-81C9-5D999F85AEE5}" srcOrd="3" destOrd="0" presId="urn:microsoft.com/office/officeart/2018/2/layout/IconVerticalSolidList"/>
    <dgm:cxn modelId="{54D2264D-1243-457A-A3BA-9EDC0BD94B95}" type="presParOf" srcId="{F238F9FA-08BA-403F-BB26-5762413541F9}" destId="{9B6AA771-94E8-4406-8BAF-45015E116527}" srcOrd="1" destOrd="0" presId="urn:microsoft.com/office/officeart/2018/2/layout/IconVerticalSolidList"/>
    <dgm:cxn modelId="{D93DD69F-59A7-4945-98D6-04CB03277810}" type="presParOf" srcId="{F238F9FA-08BA-403F-BB26-5762413541F9}" destId="{06BE402D-AB70-414C-AFD2-9CEDA5ABB8EB}" srcOrd="2" destOrd="0" presId="urn:microsoft.com/office/officeart/2018/2/layout/IconVerticalSolidList"/>
    <dgm:cxn modelId="{51635B3C-282C-43B8-80EF-23C06E7E617F}" type="presParOf" srcId="{06BE402D-AB70-414C-AFD2-9CEDA5ABB8EB}" destId="{B0DAE74E-74B8-4748-80EC-2CFAF5F05EE6}" srcOrd="0" destOrd="0" presId="urn:microsoft.com/office/officeart/2018/2/layout/IconVerticalSolidList"/>
    <dgm:cxn modelId="{7447B1B4-C154-43A1-ADD8-5C2C3FA0343F}" type="presParOf" srcId="{06BE402D-AB70-414C-AFD2-9CEDA5ABB8EB}" destId="{94A7BF25-EC72-4C43-B13E-82143A4DE359}" srcOrd="1" destOrd="0" presId="urn:microsoft.com/office/officeart/2018/2/layout/IconVerticalSolidList"/>
    <dgm:cxn modelId="{E3867598-85DA-48B0-B494-4298744F57B2}" type="presParOf" srcId="{06BE402D-AB70-414C-AFD2-9CEDA5ABB8EB}" destId="{62B31DC8-8640-4782-BC11-DCAFD29364F2}" srcOrd="2" destOrd="0" presId="urn:microsoft.com/office/officeart/2018/2/layout/IconVerticalSolidList"/>
    <dgm:cxn modelId="{E289EB16-82CE-4F97-BDBB-CC6C2203C3D2}" type="presParOf" srcId="{06BE402D-AB70-414C-AFD2-9CEDA5ABB8EB}" destId="{5895E3D2-C563-48E2-8164-AE0958EBE417}" srcOrd="3" destOrd="0" presId="urn:microsoft.com/office/officeart/2018/2/layout/IconVerticalSolidList"/>
    <dgm:cxn modelId="{5A63254A-7046-424D-BBAE-C399C7168379}" type="presParOf" srcId="{F238F9FA-08BA-403F-BB26-5762413541F9}" destId="{71F3F517-FDCA-4346-8F4C-0EB455B9DEC3}" srcOrd="3" destOrd="0" presId="urn:microsoft.com/office/officeart/2018/2/layout/IconVerticalSolidList"/>
    <dgm:cxn modelId="{1A72625F-BC44-4F15-8AA7-F03F7CC6B64A}" type="presParOf" srcId="{F238F9FA-08BA-403F-BB26-5762413541F9}" destId="{95718542-5A16-49E0-8370-099A7A6C3527}" srcOrd="4" destOrd="0" presId="urn:microsoft.com/office/officeart/2018/2/layout/IconVerticalSolidList"/>
    <dgm:cxn modelId="{17CF5D6F-68A0-4C62-B299-0E92FC13D61B}" type="presParOf" srcId="{95718542-5A16-49E0-8370-099A7A6C3527}" destId="{C6D6FCDD-5F78-4CDD-8827-A0F2C43AC45C}" srcOrd="0" destOrd="0" presId="urn:microsoft.com/office/officeart/2018/2/layout/IconVerticalSolidList"/>
    <dgm:cxn modelId="{2EE026EC-4171-4063-B1B1-B02B2EEC5AB0}" type="presParOf" srcId="{95718542-5A16-49E0-8370-099A7A6C3527}" destId="{D5C45A72-D7D0-449A-B49C-CD8AAD7976DD}" srcOrd="1" destOrd="0" presId="urn:microsoft.com/office/officeart/2018/2/layout/IconVerticalSolidList"/>
    <dgm:cxn modelId="{D1B176E2-9482-456E-9686-D62FBA1901FD}" type="presParOf" srcId="{95718542-5A16-49E0-8370-099A7A6C3527}" destId="{A159C718-D7BD-4B0D-998F-775C7A58E091}" srcOrd="2" destOrd="0" presId="urn:microsoft.com/office/officeart/2018/2/layout/IconVerticalSolidList"/>
    <dgm:cxn modelId="{704799D1-E5CC-4AE6-B6C0-03149BB703E3}" type="presParOf" srcId="{95718542-5A16-49E0-8370-099A7A6C3527}" destId="{E5FCE575-2F14-448E-AC0C-069098FD69EB}" srcOrd="3" destOrd="0" presId="urn:microsoft.com/office/officeart/2018/2/layout/IconVerticalSolidList"/>
    <dgm:cxn modelId="{DA75CD30-57A4-4C87-A0C2-3DB65ABD50BD}" type="presParOf" srcId="{F238F9FA-08BA-403F-BB26-5762413541F9}" destId="{57E9A1A6-8E37-4F26-84CB-639C61570063}" srcOrd="5" destOrd="0" presId="urn:microsoft.com/office/officeart/2018/2/layout/IconVerticalSolidList"/>
    <dgm:cxn modelId="{F088A83F-A336-42E0-A0E1-4B18D0583864}" type="presParOf" srcId="{F238F9FA-08BA-403F-BB26-5762413541F9}" destId="{286BA2A2-3E7A-4978-ADE5-3904ACDB3CC3}" srcOrd="6" destOrd="0" presId="urn:microsoft.com/office/officeart/2018/2/layout/IconVerticalSolidList"/>
    <dgm:cxn modelId="{B3213A3E-DF4F-41E5-8B1C-3F55A9FB776D}" type="presParOf" srcId="{286BA2A2-3E7A-4978-ADE5-3904ACDB3CC3}" destId="{F9CAE10E-3FEE-4B9D-9F1D-CAEC2F6B87EE}" srcOrd="0" destOrd="0" presId="urn:microsoft.com/office/officeart/2018/2/layout/IconVerticalSolidList"/>
    <dgm:cxn modelId="{9C0EF8E9-4F9C-4899-8B5A-BD15C3503372}" type="presParOf" srcId="{286BA2A2-3E7A-4978-ADE5-3904ACDB3CC3}" destId="{B61C2595-43E1-4B94-9DA9-245ECDCBE69E}" srcOrd="1" destOrd="0" presId="urn:microsoft.com/office/officeart/2018/2/layout/IconVerticalSolidList"/>
    <dgm:cxn modelId="{9E8B4C3D-CCE9-4DD6-8CD7-9E7BB46B9257}" type="presParOf" srcId="{286BA2A2-3E7A-4978-ADE5-3904ACDB3CC3}" destId="{5591859C-E969-4CEA-BEAA-30224E25D12F}" srcOrd="2" destOrd="0" presId="urn:microsoft.com/office/officeart/2018/2/layout/IconVerticalSolidList"/>
    <dgm:cxn modelId="{277699E3-09CC-4599-9325-FB97724EB35F}" type="presParOf" srcId="{286BA2A2-3E7A-4978-ADE5-3904ACDB3CC3}" destId="{D2D64E12-CF48-41DB-8D2F-A5F362BE46D0}" srcOrd="3" destOrd="0" presId="urn:microsoft.com/office/officeart/2018/2/layout/IconVerticalSolidList"/>
    <dgm:cxn modelId="{3688CF61-BA1F-49C4-B6F8-B353EC376144}" type="presParOf" srcId="{286BA2A2-3E7A-4978-ADE5-3904ACDB3CC3}" destId="{DFFEC4B3-3313-4B20-81A8-1D7DA1C32378}"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AEDC46-399F-48E8-993C-ABC0167F644A}"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57233C7-F163-4437-847B-5E4E2CE4ABB0}">
      <dgm:prSet/>
      <dgm:spPr/>
      <dgm:t>
        <a:bodyPr/>
        <a:lstStyle/>
        <a:p>
          <a:r>
            <a:rPr lang="it-CH"/>
            <a:t>Spiegare che abbiamo fatto la wheel, cosa abbiamo impachettato </a:t>
          </a:r>
          <a:endParaRPr lang="en-US"/>
        </a:p>
      </dgm:t>
    </dgm:pt>
    <dgm:pt modelId="{EB166560-80C1-470E-AAE2-E09C33DE5529}" type="parTrans" cxnId="{286B90BE-C984-4555-8F1B-DACE2ECFD3AF}">
      <dgm:prSet/>
      <dgm:spPr/>
      <dgm:t>
        <a:bodyPr/>
        <a:lstStyle/>
        <a:p>
          <a:endParaRPr lang="en-US"/>
        </a:p>
      </dgm:t>
    </dgm:pt>
    <dgm:pt modelId="{68A56AC8-B7B6-415D-8C01-BE6EF66E3AAF}" type="sibTrans" cxnId="{286B90BE-C984-4555-8F1B-DACE2ECFD3AF}">
      <dgm:prSet/>
      <dgm:spPr/>
      <dgm:t>
        <a:bodyPr/>
        <a:lstStyle/>
        <a:p>
          <a:endParaRPr lang="en-US"/>
        </a:p>
      </dgm:t>
    </dgm:pt>
    <dgm:pt modelId="{D46C1884-9743-4C59-ADF5-541C4D19ED03}">
      <dgm:prSet/>
      <dgm:spPr/>
      <dgm:t>
        <a:bodyPr/>
        <a:lstStyle/>
        <a:p>
          <a:r>
            <a:rPr lang="it-CH"/>
            <a:t>E introdurre la demo, spiegare che è fuori sia da client che da backend e che utilizza le funzioni prese dalla library e non dalla cartella </a:t>
          </a:r>
          <a:endParaRPr lang="en-US"/>
        </a:p>
      </dgm:t>
    </dgm:pt>
    <dgm:pt modelId="{7F622174-136B-4C1A-8BFD-D2440A2316F9}" type="parTrans" cxnId="{2C35211A-8C12-4E56-8EF4-E69529F3E5F8}">
      <dgm:prSet/>
      <dgm:spPr/>
      <dgm:t>
        <a:bodyPr/>
        <a:lstStyle/>
        <a:p>
          <a:endParaRPr lang="en-US"/>
        </a:p>
      </dgm:t>
    </dgm:pt>
    <dgm:pt modelId="{A75C70F5-FAF0-4BA0-B9B0-70F155EA0645}" type="sibTrans" cxnId="{2C35211A-8C12-4E56-8EF4-E69529F3E5F8}">
      <dgm:prSet/>
      <dgm:spPr/>
      <dgm:t>
        <a:bodyPr/>
        <a:lstStyle/>
        <a:p>
          <a:endParaRPr lang="en-US"/>
        </a:p>
      </dgm:t>
    </dgm:pt>
    <dgm:pt modelId="{6A0226A0-62A9-45C8-B3F1-ACA6092956BB}" type="pres">
      <dgm:prSet presAssocID="{76AEDC46-399F-48E8-993C-ABC0167F644A}" presName="hierChild1" presStyleCnt="0">
        <dgm:presLayoutVars>
          <dgm:chPref val="1"/>
          <dgm:dir/>
          <dgm:animOne val="branch"/>
          <dgm:animLvl val="lvl"/>
          <dgm:resizeHandles/>
        </dgm:presLayoutVars>
      </dgm:prSet>
      <dgm:spPr/>
    </dgm:pt>
    <dgm:pt modelId="{B5A71A46-3A6B-4AB5-8B98-00178CB146B9}" type="pres">
      <dgm:prSet presAssocID="{357233C7-F163-4437-847B-5E4E2CE4ABB0}" presName="hierRoot1" presStyleCnt="0"/>
      <dgm:spPr/>
    </dgm:pt>
    <dgm:pt modelId="{424DC432-9812-4480-BD9E-7C89DB6E26B2}" type="pres">
      <dgm:prSet presAssocID="{357233C7-F163-4437-847B-5E4E2CE4ABB0}" presName="composite" presStyleCnt="0"/>
      <dgm:spPr/>
    </dgm:pt>
    <dgm:pt modelId="{A402353D-C319-49A7-A737-ED93E1C5359C}" type="pres">
      <dgm:prSet presAssocID="{357233C7-F163-4437-847B-5E4E2CE4ABB0}" presName="background" presStyleLbl="node0" presStyleIdx="0" presStyleCnt="2"/>
      <dgm:spPr/>
    </dgm:pt>
    <dgm:pt modelId="{32171B71-9AC4-406D-BC91-377DA505B05D}" type="pres">
      <dgm:prSet presAssocID="{357233C7-F163-4437-847B-5E4E2CE4ABB0}" presName="text" presStyleLbl="fgAcc0" presStyleIdx="0" presStyleCnt="2">
        <dgm:presLayoutVars>
          <dgm:chPref val="3"/>
        </dgm:presLayoutVars>
      </dgm:prSet>
      <dgm:spPr/>
    </dgm:pt>
    <dgm:pt modelId="{B4E7CAEC-85A5-427A-86A4-6894F662D605}" type="pres">
      <dgm:prSet presAssocID="{357233C7-F163-4437-847B-5E4E2CE4ABB0}" presName="hierChild2" presStyleCnt="0"/>
      <dgm:spPr/>
    </dgm:pt>
    <dgm:pt modelId="{A83F1EBF-4963-47E9-AA94-195EEB12E2CA}" type="pres">
      <dgm:prSet presAssocID="{D46C1884-9743-4C59-ADF5-541C4D19ED03}" presName="hierRoot1" presStyleCnt="0"/>
      <dgm:spPr/>
    </dgm:pt>
    <dgm:pt modelId="{B0811D8E-341E-4BDB-A616-A1186C154162}" type="pres">
      <dgm:prSet presAssocID="{D46C1884-9743-4C59-ADF5-541C4D19ED03}" presName="composite" presStyleCnt="0"/>
      <dgm:spPr/>
    </dgm:pt>
    <dgm:pt modelId="{5B86B4B0-A990-4AB8-BB14-9145A608B76C}" type="pres">
      <dgm:prSet presAssocID="{D46C1884-9743-4C59-ADF5-541C4D19ED03}" presName="background" presStyleLbl="node0" presStyleIdx="1" presStyleCnt="2"/>
      <dgm:spPr/>
    </dgm:pt>
    <dgm:pt modelId="{40108438-7928-4BBF-B6E8-DA07CC325AEE}" type="pres">
      <dgm:prSet presAssocID="{D46C1884-9743-4C59-ADF5-541C4D19ED03}" presName="text" presStyleLbl="fgAcc0" presStyleIdx="1" presStyleCnt="2">
        <dgm:presLayoutVars>
          <dgm:chPref val="3"/>
        </dgm:presLayoutVars>
      </dgm:prSet>
      <dgm:spPr/>
    </dgm:pt>
    <dgm:pt modelId="{267C7F58-B084-414B-B7CA-9BF899B8D5C9}" type="pres">
      <dgm:prSet presAssocID="{D46C1884-9743-4C59-ADF5-541C4D19ED03}" presName="hierChild2" presStyleCnt="0"/>
      <dgm:spPr/>
    </dgm:pt>
  </dgm:ptLst>
  <dgm:cxnLst>
    <dgm:cxn modelId="{2C35211A-8C12-4E56-8EF4-E69529F3E5F8}" srcId="{76AEDC46-399F-48E8-993C-ABC0167F644A}" destId="{D46C1884-9743-4C59-ADF5-541C4D19ED03}" srcOrd="1" destOrd="0" parTransId="{7F622174-136B-4C1A-8BFD-D2440A2316F9}" sibTransId="{A75C70F5-FAF0-4BA0-B9B0-70F155EA0645}"/>
    <dgm:cxn modelId="{F340894C-B250-4635-9E8C-2E5353833BD8}" type="presOf" srcId="{357233C7-F163-4437-847B-5E4E2CE4ABB0}" destId="{32171B71-9AC4-406D-BC91-377DA505B05D}" srcOrd="0" destOrd="0" presId="urn:microsoft.com/office/officeart/2005/8/layout/hierarchy1"/>
    <dgm:cxn modelId="{4C1CF9B6-467D-4E2D-B736-8553578C1F46}" type="presOf" srcId="{76AEDC46-399F-48E8-993C-ABC0167F644A}" destId="{6A0226A0-62A9-45C8-B3F1-ACA6092956BB}" srcOrd="0" destOrd="0" presId="urn:microsoft.com/office/officeart/2005/8/layout/hierarchy1"/>
    <dgm:cxn modelId="{286B90BE-C984-4555-8F1B-DACE2ECFD3AF}" srcId="{76AEDC46-399F-48E8-993C-ABC0167F644A}" destId="{357233C7-F163-4437-847B-5E4E2CE4ABB0}" srcOrd="0" destOrd="0" parTransId="{EB166560-80C1-470E-AAE2-E09C33DE5529}" sibTransId="{68A56AC8-B7B6-415D-8C01-BE6EF66E3AAF}"/>
    <dgm:cxn modelId="{E37CE1E2-B942-4E24-B3AF-F0A525E89BBA}" type="presOf" srcId="{D46C1884-9743-4C59-ADF5-541C4D19ED03}" destId="{40108438-7928-4BBF-B6E8-DA07CC325AEE}" srcOrd="0" destOrd="0" presId="urn:microsoft.com/office/officeart/2005/8/layout/hierarchy1"/>
    <dgm:cxn modelId="{9B4EBFEB-4259-4A8A-97E0-24789E29CE41}" type="presParOf" srcId="{6A0226A0-62A9-45C8-B3F1-ACA6092956BB}" destId="{B5A71A46-3A6B-4AB5-8B98-00178CB146B9}" srcOrd="0" destOrd="0" presId="urn:microsoft.com/office/officeart/2005/8/layout/hierarchy1"/>
    <dgm:cxn modelId="{EDA2ADC1-A022-4210-8310-9FBFA1215733}" type="presParOf" srcId="{B5A71A46-3A6B-4AB5-8B98-00178CB146B9}" destId="{424DC432-9812-4480-BD9E-7C89DB6E26B2}" srcOrd="0" destOrd="0" presId="urn:microsoft.com/office/officeart/2005/8/layout/hierarchy1"/>
    <dgm:cxn modelId="{384B8035-4FDC-429F-859A-0CF10858A40B}" type="presParOf" srcId="{424DC432-9812-4480-BD9E-7C89DB6E26B2}" destId="{A402353D-C319-49A7-A737-ED93E1C5359C}" srcOrd="0" destOrd="0" presId="urn:microsoft.com/office/officeart/2005/8/layout/hierarchy1"/>
    <dgm:cxn modelId="{8612B146-B72B-4CB8-A2C3-F2F7C38D250F}" type="presParOf" srcId="{424DC432-9812-4480-BD9E-7C89DB6E26B2}" destId="{32171B71-9AC4-406D-BC91-377DA505B05D}" srcOrd="1" destOrd="0" presId="urn:microsoft.com/office/officeart/2005/8/layout/hierarchy1"/>
    <dgm:cxn modelId="{CB695979-04A4-4510-98FB-797F17B1D9D8}" type="presParOf" srcId="{B5A71A46-3A6B-4AB5-8B98-00178CB146B9}" destId="{B4E7CAEC-85A5-427A-86A4-6894F662D605}" srcOrd="1" destOrd="0" presId="urn:microsoft.com/office/officeart/2005/8/layout/hierarchy1"/>
    <dgm:cxn modelId="{3E0D41C5-DF88-41A0-8521-0B2CE8258100}" type="presParOf" srcId="{6A0226A0-62A9-45C8-B3F1-ACA6092956BB}" destId="{A83F1EBF-4963-47E9-AA94-195EEB12E2CA}" srcOrd="1" destOrd="0" presId="urn:microsoft.com/office/officeart/2005/8/layout/hierarchy1"/>
    <dgm:cxn modelId="{E4FBF78F-7B5B-40AC-A4C0-FC264019BA18}" type="presParOf" srcId="{A83F1EBF-4963-47E9-AA94-195EEB12E2CA}" destId="{B0811D8E-341E-4BDB-A616-A1186C154162}" srcOrd="0" destOrd="0" presId="urn:microsoft.com/office/officeart/2005/8/layout/hierarchy1"/>
    <dgm:cxn modelId="{429C10C7-6619-41AE-AD3E-67C3126B4DF1}" type="presParOf" srcId="{B0811D8E-341E-4BDB-A616-A1186C154162}" destId="{5B86B4B0-A990-4AB8-BB14-9145A608B76C}" srcOrd="0" destOrd="0" presId="urn:microsoft.com/office/officeart/2005/8/layout/hierarchy1"/>
    <dgm:cxn modelId="{C0EB588C-A07D-453F-BD94-7107E0CB0315}" type="presParOf" srcId="{B0811D8E-341E-4BDB-A616-A1186C154162}" destId="{40108438-7928-4BBF-B6E8-DA07CC325AEE}" srcOrd="1" destOrd="0" presId="urn:microsoft.com/office/officeart/2005/8/layout/hierarchy1"/>
    <dgm:cxn modelId="{5CB06F42-A225-410F-8C42-A67725528317}" type="presParOf" srcId="{A83F1EBF-4963-47E9-AA94-195EEB12E2CA}" destId="{267C7F58-B084-414B-B7CA-9BF899B8D5C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42574-7307-41E5-9CB6-75219BDEA442}">
      <dsp:nvSpPr>
        <dsp:cNvPr id="0" name=""/>
        <dsp:cNvSpPr/>
      </dsp:nvSpPr>
      <dsp:spPr>
        <a:xfrm>
          <a:off x="0" y="700475"/>
          <a:ext cx="6666833" cy="125307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it-CH" sz="5100" kern="1200"/>
            <a:t>Cosa</a:t>
          </a:r>
          <a:endParaRPr lang="en-US" sz="5100" kern="1200"/>
        </a:p>
      </dsp:txBody>
      <dsp:txXfrm>
        <a:off x="61170" y="761645"/>
        <a:ext cx="6544493" cy="1130730"/>
      </dsp:txXfrm>
    </dsp:sp>
    <dsp:sp modelId="{1F155B27-9A30-4DA5-B2FA-2805F4C1EFBE}">
      <dsp:nvSpPr>
        <dsp:cNvPr id="0" name=""/>
        <dsp:cNvSpPr/>
      </dsp:nvSpPr>
      <dsp:spPr>
        <a:xfrm>
          <a:off x="0" y="2100425"/>
          <a:ext cx="6666833" cy="1253070"/>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it-CH" sz="5100" kern="1200"/>
            <a:t>Perché </a:t>
          </a:r>
          <a:endParaRPr lang="en-US" sz="5100" kern="1200"/>
        </a:p>
      </dsp:txBody>
      <dsp:txXfrm>
        <a:off x="61170" y="2161595"/>
        <a:ext cx="6544493" cy="1130730"/>
      </dsp:txXfrm>
    </dsp:sp>
    <dsp:sp modelId="{DF90FFB2-50F5-40BB-BB30-E9CED7760BED}">
      <dsp:nvSpPr>
        <dsp:cNvPr id="0" name=""/>
        <dsp:cNvSpPr/>
      </dsp:nvSpPr>
      <dsp:spPr>
        <a:xfrm>
          <a:off x="0" y="3500375"/>
          <a:ext cx="6666833" cy="125307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it-CH" sz="5100" kern="1200"/>
            <a:t>spiegazione database</a:t>
          </a:r>
          <a:endParaRPr lang="en-US" sz="5100" kern="1200"/>
        </a:p>
      </dsp:txBody>
      <dsp:txXfrm>
        <a:off x="61170" y="3561545"/>
        <a:ext cx="6544493" cy="11307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3F5546-8271-4CC4-B7F5-1AADCCFFA7BB}">
      <dsp:nvSpPr>
        <dsp:cNvPr id="0" name=""/>
        <dsp:cNvSpPr/>
      </dsp:nvSpPr>
      <dsp:spPr>
        <a:xfrm>
          <a:off x="606456" y="0"/>
          <a:ext cx="5453920" cy="545392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CE096C2-916E-4F73-9C52-A007440B5697}">
      <dsp:nvSpPr>
        <dsp:cNvPr id="0" name=""/>
        <dsp:cNvSpPr/>
      </dsp:nvSpPr>
      <dsp:spPr>
        <a:xfrm>
          <a:off x="1124578" y="518122"/>
          <a:ext cx="2127028" cy="212702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it-CH" sz="2600" kern="1200"/>
            <a:t>Data storage </a:t>
          </a:r>
          <a:endParaRPr lang="en-US" sz="2600" kern="1200"/>
        </a:p>
      </dsp:txBody>
      <dsp:txXfrm>
        <a:off x="1228411" y="621955"/>
        <a:ext cx="1919362" cy="1919362"/>
      </dsp:txXfrm>
    </dsp:sp>
    <dsp:sp modelId="{4355D359-DFC6-48AD-851C-08532D58EC19}">
      <dsp:nvSpPr>
        <dsp:cNvPr id="0" name=""/>
        <dsp:cNvSpPr/>
      </dsp:nvSpPr>
      <dsp:spPr>
        <a:xfrm>
          <a:off x="3415225" y="518122"/>
          <a:ext cx="2127028" cy="2127028"/>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it-CH" sz="2600" kern="1200"/>
            <a:t>Backend</a:t>
          </a:r>
          <a:endParaRPr lang="en-US" sz="2600" kern="1200"/>
        </a:p>
      </dsp:txBody>
      <dsp:txXfrm>
        <a:off x="3519058" y="621955"/>
        <a:ext cx="1919362" cy="1919362"/>
      </dsp:txXfrm>
    </dsp:sp>
    <dsp:sp modelId="{D6368CC1-6049-47C8-B145-FB88203DDB18}">
      <dsp:nvSpPr>
        <dsp:cNvPr id="0" name=""/>
        <dsp:cNvSpPr/>
      </dsp:nvSpPr>
      <dsp:spPr>
        <a:xfrm>
          <a:off x="1124578" y="2808768"/>
          <a:ext cx="2127028" cy="212702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it-CH" sz="2600" kern="1200"/>
            <a:t>API</a:t>
          </a:r>
          <a:endParaRPr lang="en-US" sz="2600" kern="1200"/>
        </a:p>
      </dsp:txBody>
      <dsp:txXfrm>
        <a:off x="1228411" y="2912601"/>
        <a:ext cx="1919362" cy="1919362"/>
      </dsp:txXfrm>
    </dsp:sp>
    <dsp:sp modelId="{F3E04FF7-7B1A-4B1E-B169-82FCAC44D25B}">
      <dsp:nvSpPr>
        <dsp:cNvPr id="0" name=""/>
        <dsp:cNvSpPr/>
      </dsp:nvSpPr>
      <dsp:spPr>
        <a:xfrm>
          <a:off x="3415225" y="2808768"/>
          <a:ext cx="2127028" cy="212702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it-CH" sz="2600" kern="1200"/>
            <a:t>Distribution</a:t>
          </a:r>
          <a:endParaRPr lang="en-US" sz="2600" kern="1200"/>
        </a:p>
      </dsp:txBody>
      <dsp:txXfrm>
        <a:off x="3519058" y="2912601"/>
        <a:ext cx="1919362" cy="19193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A017D-7877-4ACA-983F-89BCD7EF8283}">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8F7FB4-A8FE-4195-8ECA-B710EC0E110B}">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779F87-2E4B-4F21-81C9-5D999F85AEE5}">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it-CH" sz="2100" kern="1200"/>
            <a:t>Spiegare a cosa serve</a:t>
          </a:r>
          <a:endParaRPr lang="en-US" sz="2100" kern="1200"/>
        </a:p>
      </dsp:txBody>
      <dsp:txXfrm>
        <a:off x="1339618" y="2288"/>
        <a:ext cx="5024605" cy="1159843"/>
      </dsp:txXfrm>
    </dsp:sp>
    <dsp:sp modelId="{B0DAE74E-74B8-4748-80EC-2CFAF5F05EE6}">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A7BF25-EC72-4C43-B13E-82143A4DE359}">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95E3D2-C563-48E2-8164-AE0958EBE417}">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it-CH" sz="2100" kern="1200"/>
            <a:t>La key difference che è il fatto che client usa object oriented mentre backend usa le classi SQL,</a:t>
          </a:r>
          <a:endParaRPr lang="en-US" sz="2100" kern="1200"/>
        </a:p>
      </dsp:txBody>
      <dsp:txXfrm>
        <a:off x="1339618" y="1452092"/>
        <a:ext cx="5024605" cy="1159843"/>
      </dsp:txXfrm>
    </dsp:sp>
    <dsp:sp modelId="{C6D6FCDD-5F78-4CDD-8827-A0F2C43AC45C}">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C45A72-D7D0-449A-B49C-CD8AAD7976DD}">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FCE575-2F14-448E-AC0C-069098FD69EB}">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it-CH" sz="2100" kern="1200"/>
            <a:t>3 Moduli </a:t>
          </a:r>
          <a:endParaRPr lang="en-US" sz="2100" kern="1200"/>
        </a:p>
      </dsp:txBody>
      <dsp:txXfrm>
        <a:off x="1339618" y="2901896"/>
        <a:ext cx="5024605" cy="1159843"/>
      </dsp:txXfrm>
    </dsp:sp>
    <dsp:sp modelId="{F9CAE10E-3FEE-4B9D-9F1D-CAEC2F6B87EE}">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1C2595-43E1-4B94-9DA9-245ECDCBE69E}">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D64E12-CF48-41DB-8D2F-A5F362BE46D0}">
      <dsp:nvSpPr>
        <dsp:cNvPr id="0" name=""/>
        <dsp:cNvSpPr/>
      </dsp:nvSpPr>
      <dsp:spPr>
        <a:xfrm>
          <a:off x="1339618" y="4351700"/>
          <a:ext cx="2863900"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it-CH" sz="2100" kern="1200"/>
            <a:t>Spiegare che include tutte le funzioni:</a:t>
          </a:r>
          <a:endParaRPr lang="en-US" sz="2100" kern="1200"/>
        </a:p>
      </dsp:txBody>
      <dsp:txXfrm>
        <a:off x="1339618" y="4351700"/>
        <a:ext cx="2863900" cy="1159843"/>
      </dsp:txXfrm>
    </dsp:sp>
    <dsp:sp modelId="{DFFEC4B3-3313-4B20-81A8-1D7DA1C32378}">
      <dsp:nvSpPr>
        <dsp:cNvPr id="0" name=""/>
        <dsp:cNvSpPr/>
      </dsp:nvSpPr>
      <dsp:spPr>
        <a:xfrm>
          <a:off x="4203519" y="4351700"/>
          <a:ext cx="2160704"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533400">
            <a:lnSpc>
              <a:spcPct val="90000"/>
            </a:lnSpc>
            <a:spcBef>
              <a:spcPct val="0"/>
            </a:spcBef>
            <a:spcAft>
              <a:spcPct val="35000"/>
            </a:spcAft>
            <a:buNone/>
          </a:pPr>
          <a:r>
            <a:rPr lang="it-CH" sz="1200" kern="1200"/>
            <a:t>CRUD api</a:t>
          </a:r>
          <a:endParaRPr lang="en-US" sz="1200" kern="1200"/>
        </a:p>
        <a:p>
          <a:pPr marL="0" lvl="0" indent="0" algn="l" defTabSz="533400">
            <a:lnSpc>
              <a:spcPct val="90000"/>
            </a:lnSpc>
            <a:spcBef>
              <a:spcPct val="0"/>
            </a:spcBef>
            <a:spcAft>
              <a:spcPct val="35000"/>
            </a:spcAft>
            <a:buNone/>
          </a:pPr>
          <a:r>
            <a:rPr lang="it-CH" sz="1200" kern="1200"/>
            <a:t>Aggregations</a:t>
          </a:r>
          <a:endParaRPr lang="en-US" sz="1200" kern="1200"/>
        </a:p>
        <a:p>
          <a:pPr marL="0" lvl="0" indent="0" algn="l" defTabSz="533400">
            <a:lnSpc>
              <a:spcPct val="90000"/>
            </a:lnSpc>
            <a:spcBef>
              <a:spcPct val="0"/>
            </a:spcBef>
            <a:spcAft>
              <a:spcPct val="35000"/>
            </a:spcAft>
            <a:buNone/>
          </a:pPr>
          <a:r>
            <a:rPr lang="it-CH" sz="1200" kern="1200"/>
            <a:t>Statistics</a:t>
          </a:r>
          <a:endParaRPr lang="en-US" sz="1200" kern="1200"/>
        </a:p>
        <a:p>
          <a:pPr marL="0" lvl="0" indent="0" algn="l" defTabSz="533400">
            <a:lnSpc>
              <a:spcPct val="90000"/>
            </a:lnSpc>
            <a:spcBef>
              <a:spcPct val="0"/>
            </a:spcBef>
            <a:spcAft>
              <a:spcPct val="35000"/>
            </a:spcAft>
            <a:buNone/>
          </a:pPr>
          <a:r>
            <a:rPr lang="it-CH" sz="1200" kern="1200"/>
            <a:t>Interface</a:t>
          </a:r>
          <a:endParaRPr lang="en-US" sz="1200" kern="1200"/>
        </a:p>
      </dsp:txBody>
      <dsp:txXfrm>
        <a:off x="4203519" y="4351700"/>
        <a:ext cx="2160704" cy="11598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02353D-C319-49A7-A737-ED93E1C5359C}">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171B71-9AC4-406D-BC91-377DA505B05D}">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it-CH" sz="3000" kern="1200"/>
            <a:t>Spiegare che abbiamo fatto la wheel, cosa abbiamo impachettato </a:t>
          </a:r>
          <a:endParaRPr lang="en-US" sz="3000" kern="1200"/>
        </a:p>
      </dsp:txBody>
      <dsp:txXfrm>
        <a:off x="608661" y="692298"/>
        <a:ext cx="4508047" cy="2799040"/>
      </dsp:txXfrm>
    </dsp:sp>
    <dsp:sp modelId="{5B86B4B0-A990-4AB8-BB14-9145A608B76C}">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108438-7928-4BBF-B6E8-DA07CC325AEE}">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it-CH" sz="3000" kern="1200"/>
            <a:t>E introdurre la demo, spiegare che è fuori sia da client che da backend e che utilizza le funzioni prese dalla library e non dalla cartella </a:t>
          </a:r>
          <a:endParaRPr lang="en-US" sz="3000" kern="1200"/>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3C2EB8-03B6-4052-B411-FDAA7D6E3C82}" type="datetimeFigureOut">
              <a:rPr lang="it-IT" smtClean="0"/>
              <a:t>05/06/2025</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7E3A3-69D7-4CC5-A8E6-29487F99F9AC}" type="slidenum">
              <a:rPr lang="it-IT" smtClean="0"/>
              <a:t>‹#›</a:t>
            </a:fld>
            <a:endParaRPr lang="it-IT"/>
          </a:p>
        </p:txBody>
      </p:sp>
    </p:spTree>
    <p:extLst>
      <p:ext uri="{BB962C8B-B14F-4D97-AF65-F5344CB8AC3E}">
        <p14:creationId xmlns:p14="http://schemas.microsoft.com/office/powerpoint/2010/main" val="43775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flask.palletsprojects.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What is a web service briefly, </a:t>
            </a:r>
            <a:r>
              <a:rPr lang="en-GB" err="1"/>
              <a:t>gitlab</a:t>
            </a:r>
            <a:r>
              <a:rPr lang="en-GB"/>
              <a:t> idea</a:t>
            </a:r>
            <a:endParaRPr lang="it-IT"/>
          </a:p>
        </p:txBody>
      </p:sp>
      <p:sp>
        <p:nvSpPr>
          <p:cNvPr id="4" name="Slide Number Placeholder 3"/>
          <p:cNvSpPr>
            <a:spLocks noGrp="1"/>
          </p:cNvSpPr>
          <p:nvPr>
            <p:ph type="sldNum" sz="quarter" idx="5"/>
          </p:nvPr>
        </p:nvSpPr>
        <p:spPr/>
        <p:txBody>
          <a:bodyPr/>
          <a:lstStyle/>
          <a:p>
            <a:fld id="{4B77E3A3-69D7-4CC5-A8E6-29487F99F9AC}" type="slidenum">
              <a:rPr lang="it-IT" smtClean="0"/>
              <a:t>1</a:t>
            </a:fld>
            <a:endParaRPr lang="it-IT"/>
          </a:p>
        </p:txBody>
      </p:sp>
    </p:spTree>
    <p:extLst>
      <p:ext uri="{BB962C8B-B14F-4D97-AF65-F5344CB8AC3E}">
        <p14:creationId xmlns:p14="http://schemas.microsoft.com/office/powerpoint/2010/main" val="4087013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While small teams can easily manage tasks informally, as projects grow in size and complexity, the need for structured task tracking tools becomes critical and there is an increasing need for </a:t>
            </a:r>
            <a:r>
              <a:rPr lang="en-GB" b="1" i="1"/>
              <a:t>coordination and clarity in project workflows</a:t>
            </a:r>
            <a:r>
              <a:rPr lang="en-GB"/>
              <a:t>, especially within teams.</a:t>
            </a:r>
          </a:p>
          <a:p>
            <a:r>
              <a:rPr lang="en-GB"/>
              <a:t>fast, and user-friendly web service can greatly improve project transparency and individual accountability.</a:t>
            </a:r>
            <a:endParaRPr lang="it-IT" b="1"/>
          </a:p>
        </p:txBody>
      </p:sp>
      <p:sp>
        <p:nvSpPr>
          <p:cNvPr id="4" name="Slide Number Placeholder 3"/>
          <p:cNvSpPr>
            <a:spLocks noGrp="1"/>
          </p:cNvSpPr>
          <p:nvPr>
            <p:ph type="sldNum" sz="quarter" idx="5"/>
          </p:nvPr>
        </p:nvSpPr>
        <p:spPr/>
        <p:txBody>
          <a:bodyPr/>
          <a:lstStyle/>
          <a:p>
            <a:fld id="{4B77E3A3-69D7-4CC5-A8E6-29487F99F9AC}" type="slidenum">
              <a:rPr lang="it-IT" smtClean="0"/>
              <a:t>2</a:t>
            </a:fld>
            <a:endParaRPr lang="it-IT"/>
          </a:p>
        </p:txBody>
      </p:sp>
    </p:spTree>
    <p:extLst>
      <p:ext uri="{BB962C8B-B14F-4D97-AF65-F5344CB8AC3E}">
        <p14:creationId xmlns:p14="http://schemas.microsoft.com/office/powerpoint/2010/main" val="1543963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95DC0-0751-7E7D-41DF-0DFF1B1E7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EC774-A73B-4B2B-F5E4-7305AF386D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0454D4-9787-C614-0A4A-2281695A8FD1}"/>
              </a:ext>
            </a:extLst>
          </p:cNvPr>
          <p:cNvSpPr>
            <a:spLocks noGrp="1"/>
          </p:cNvSpPr>
          <p:nvPr>
            <p:ph type="body" idx="1"/>
          </p:nvPr>
        </p:nvSpPr>
        <p:spPr/>
        <p:txBody>
          <a:bodyPr/>
          <a:lstStyle/>
          <a:p>
            <a:r>
              <a:rPr lang="en-GB"/>
              <a:t>While small teams can easily manage tasks informally, as projects grow in size and complexity, the need for structured task tracking tools becomes critical and there is an increasing need for </a:t>
            </a:r>
            <a:r>
              <a:rPr lang="en-GB" b="1" i="1"/>
              <a:t>coordination and clarity in project workflows</a:t>
            </a:r>
            <a:r>
              <a:rPr lang="en-GB"/>
              <a:t>, especially within teams.</a:t>
            </a:r>
          </a:p>
          <a:p>
            <a:r>
              <a:rPr lang="en-GB"/>
              <a:t>fast, and user-friendly web service can greatly improve project transparency and individual accountability.</a:t>
            </a:r>
            <a:endParaRPr lang="it-IT" b="1"/>
          </a:p>
        </p:txBody>
      </p:sp>
      <p:sp>
        <p:nvSpPr>
          <p:cNvPr id="4" name="Slide Number Placeholder 3">
            <a:extLst>
              <a:ext uri="{FF2B5EF4-FFF2-40B4-BE49-F238E27FC236}">
                <a16:creationId xmlns:a16="http://schemas.microsoft.com/office/drawing/2014/main" id="{B75E2073-47D4-B319-6A09-1FD5177A8DAA}"/>
              </a:ext>
            </a:extLst>
          </p:cNvPr>
          <p:cNvSpPr>
            <a:spLocks noGrp="1"/>
          </p:cNvSpPr>
          <p:nvPr>
            <p:ph type="sldNum" sz="quarter" idx="5"/>
          </p:nvPr>
        </p:nvSpPr>
        <p:spPr/>
        <p:txBody>
          <a:bodyPr/>
          <a:lstStyle/>
          <a:p>
            <a:fld id="{4B77E3A3-69D7-4CC5-A8E6-29487F99F9AC}" type="slidenum">
              <a:rPr lang="it-IT" smtClean="0"/>
              <a:t>3</a:t>
            </a:fld>
            <a:endParaRPr lang="it-IT"/>
          </a:p>
        </p:txBody>
      </p:sp>
    </p:spTree>
    <p:extLst>
      <p:ext uri="{BB962C8B-B14F-4D97-AF65-F5344CB8AC3E}">
        <p14:creationId xmlns:p14="http://schemas.microsoft.com/office/powerpoint/2010/main" val="281492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4B77E3A3-69D7-4CC5-A8E6-29487F99F9AC}" type="slidenum">
              <a:rPr lang="it-IT" smtClean="0"/>
              <a:t>4</a:t>
            </a:fld>
            <a:endParaRPr lang="it-IT"/>
          </a:p>
        </p:txBody>
      </p:sp>
    </p:spTree>
    <p:extLst>
      <p:ext uri="{BB962C8B-B14F-4D97-AF65-F5344CB8AC3E}">
        <p14:creationId xmlns:p14="http://schemas.microsoft.com/office/powerpoint/2010/main" val="1784791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SQLite </a:t>
            </a:r>
            <a:r>
              <a:rPr lang="en-GB"/>
              <a:t>is a lightweight, serverless database engine widely used for prototyping and small-scale applications.</a:t>
            </a:r>
            <a:endParaRPr lang="it-IT"/>
          </a:p>
        </p:txBody>
      </p:sp>
      <p:sp>
        <p:nvSpPr>
          <p:cNvPr id="4" name="Slide Number Placeholder 3"/>
          <p:cNvSpPr>
            <a:spLocks noGrp="1"/>
          </p:cNvSpPr>
          <p:nvPr>
            <p:ph type="sldNum" sz="quarter" idx="5"/>
          </p:nvPr>
        </p:nvSpPr>
        <p:spPr/>
        <p:txBody>
          <a:bodyPr/>
          <a:lstStyle/>
          <a:p>
            <a:fld id="{4B77E3A3-69D7-4CC5-A8E6-29487F99F9AC}" type="slidenum">
              <a:rPr lang="it-IT" smtClean="0"/>
              <a:t>5</a:t>
            </a:fld>
            <a:endParaRPr lang="it-IT"/>
          </a:p>
        </p:txBody>
      </p:sp>
    </p:spTree>
    <p:extLst>
      <p:ext uri="{BB962C8B-B14F-4D97-AF65-F5344CB8AC3E}">
        <p14:creationId xmlns:p14="http://schemas.microsoft.com/office/powerpoint/2010/main" val="933651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1">
                <a:hlinkClick r:id="rId3"/>
              </a:rPr>
              <a:t>Flask</a:t>
            </a:r>
            <a:r>
              <a:rPr lang="en-GB"/>
              <a:t> is a Python micro-framework ideal for building web services and REST APIs.</a:t>
            </a:r>
            <a:endParaRPr lang="it-IT"/>
          </a:p>
        </p:txBody>
      </p:sp>
      <p:sp>
        <p:nvSpPr>
          <p:cNvPr id="4" name="Slide Number Placeholder 3"/>
          <p:cNvSpPr>
            <a:spLocks noGrp="1"/>
          </p:cNvSpPr>
          <p:nvPr>
            <p:ph type="sldNum" sz="quarter" idx="5"/>
          </p:nvPr>
        </p:nvSpPr>
        <p:spPr/>
        <p:txBody>
          <a:bodyPr/>
          <a:lstStyle/>
          <a:p>
            <a:fld id="{4B77E3A3-69D7-4CC5-A8E6-29487F99F9AC}" type="slidenum">
              <a:rPr lang="it-IT" smtClean="0"/>
              <a:t>8</a:t>
            </a:fld>
            <a:endParaRPr lang="it-IT"/>
          </a:p>
        </p:txBody>
      </p:sp>
    </p:spTree>
    <p:extLst>
      <p:ext uri="{BB962C8B-B14F-4D97-AF65-F5344CB8AC3E}">
        <p14:creationId xmlns:p14="http://schemas.microsoft.com/office/powerpoint/2010/main" val="2296420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b="1" i="1"/>
              <a:t>Interaction</a:t>
            </a:r>
            <a:r>
              <a:rPr lang="it-IT"/>
              <a:t> test in the backend and </a:t>
            </a:r>
            <a:r>
              <a:rPr lang="it-IT" b="1" i="1"/>
              <a:t>unit</a:t>
            </a:r>
            <a:r>
              <a:rPr lang="it-IT" b="0" i="0"/>
              <a:t> test in the classes (modules) in the client</a:t>
            </a:r>
            <a:endParaRPr lang="it-IT"/>
          </a:p>
        </p:txBody>
      </p:sp>
      <p:sp>
        <p:nvSpPr>
          <p:cNvPr id="4" name="Slide Number Placeholder 3"/>
          <p:cNvSpPr>
            <a:spLocks noGrp="1"/>
          </p:cNvSpPr>
          <p:nvPr>
            <p:ph type="sldNum" sz="quarter" idx="5"/>
          </p:nvPr>
        </p:nvSpPr>
        <p:spPr/>
        <p:txBody>
          <a:bodyPr/>
          <a:lstStyle/>
          <a:p>
            <a:fld id="{4B77E3A3-69D7-4CC5-A8E6-29487F99F9AC}" type="slidenum">
              <a:rPr lang="it-IT" smtClean="0"/>
              <a:t>11</a:t>
            </a:fld>
            <a:endParaRPr lang="it-IT"/>
          </a:p>
        </p:txBody>
      </p:sp>
    </p:spTree>
    <p:extLst>
      <p:ext uri="{BB962C8B-B14F-4D97-AF65-F5344CB8AC3E}">
        <p14:creationId xmlns:p14="http://schemas.microsoft.com/office/powerpoint/2010/main" val="3185547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7AE2A2-AD31-2C54-91BB-78DCE17E84FB}"/>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endParaRPr lang="it-CH"/>
          </a:p>
        </p:txBody>
      </p:sp>
      <p:sp>
        <p:nvSpPr>
          <p:cNvPr id="3" name="Sottotitolo 2">
            <a:extLst>
              <a:ext uri="{FF2B5EF4-FFF2-40B4-BE49-F238E27FC236}">
                <a16:creationId xmlns:a16="http://schemas.microsoft.com/office/drawing/2014/main" id="{1B1DDF37-159B-CD04-E6D0-21803C8131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it-CH"/>
          </a:p>
        </p:txBody>
      </p:sp>
      <p:sp>
        <p:nvSpPr>
          <p:cNvPr id="4" name="Segnaposto data 3">
            <a:extLst>
              <a:ext uri="{FF2B5EF4-FFF2-40B4-BE49-F238E27FC236}">
                <a16:creationId xmlns:a16="http://schemas.microsoft.com/office/drawing/2014/main" id="{ABFB0D83-1C39-AF4F-F3E4-5AC94F51E71B}"/>
              </a:ext>
            </a:extLst>
          </p:cNvPr>
          <p:cNvSpPr>
            <a:spLocks noGrp="1"/>
          </p:cNvSpPr>
          <p:nvPr>
            <p:ph type="dt" sz="half" idx="10"/>
          </p:nvPr>
        </p:nvSpPr>
        <p:spPr/>
        <p:txBody>
          <a:bodyPr/>
          <a:lstStyle/>
          <a:p>
            <a:fld id="{B9875D3A-F1DB-4681-B873-8FD5477B23A0}" type="datetime1">
              <a:rPr lang="it-CH" smtClean="0"/>
              <a:t>05.06.2025</a:t>
            </a:fld>
            <a:endParaRPr lang="it-CH"/>
          </a:p>
        </p:txBody>
      </p:sp>
      <p:sp>
        <p:nvSpPr>
          <p:cNvPr id="5" name="Segnaposto piè di pagina 4">
            <a:extLst>
              <a:ext uri="{FF2B5EF4-FFF2-40B4-BE49-F238E27FC236}">
                <a16:creationId xmlns:a16="http://schemas.microsoft.com/office/drawing/2014/main" id="{54D51DC0-DEF0-629C-6446-3D438EF90BC6}"/>
              </a:ext>
            </a:extLst>
          </p:cNvPr>
          <p:cNvSpPr>
            <a:spLocks noGrp="1"/>
          </p:cNvSpPr>
          <p:nvPr>
            <p:ph type="ftr" sz="quarter" idx="11"/>
          </p:nvPr>
        </p:nvSpPr>
        <p:spPr/>
        <p:txBody>
          <a:bodyPr/>
          <a:lstStyle/>
          <a:p>
            <a:r>
              <a:rPr lang="it-CH"/>
              <a:t>Group 06 - task manager</a:t>
            </a:r>
          </a:p>
        </p:txBody>
      </p:sp>
      <p:sp>
        <p:nvSpPr>
          <p:cNvPr id="6" name="Segnaposto numero diapositiva 5">
            <a:extLst>
              <a:ext uri="{FF2B5EF4-FFF2-40B4-BE49-F238E27FC236}">
                <a16:creationId xmlns:a16="http://schemas.microsoft.com/office/drawing/2014/main" id="{8CBCB65E-3BEF-48DF-A68E-298AFD1EFEFD}"/>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22302661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9C8BE02-41C3-B423-EDE2-9356EF378629}"/>
              </a:ext>
            </a:extLst>
          </p:cNvPr>
          <p:cNvSpPr>
            <a:spLocks noGrp="1"/>
          </p:cNvSpPr>
          <p:nvPr>
            <p:ph type="title"/>
          </p:nvPr>
        </p:nvSpPr>
        <p:spPr/>
        <p:txBody>
          <a:bodyPr/>
          <a:lstStyle/>
          <a:p>
            <a:r>
              <a:rPr lang="it-IT"/>
              <a:t>Fare clic per modificare lo stile del titolo dello schema</a:t>
            </a:r>
            <a:endParaRPr lang="it-CH"/>
          </a:p>
        </p:txBody>
      </p:sp>
      <p:sp>
        <p:nvSpPr>
          <p:cNvPr id="3" name="Segnaposto contenuto 2">
            <a:extLst>
              <a:ext uri="{FF2B5EF4-FFF2-40B4-BE49-F238E27FC236}">
                <a16:creationId xmlns:a16="http://schemas.microsoft.com/office/drawing/2014/main" id="{01783D13-8246-1EC8-23C3-0AD2FE2EA9F8}"/>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4" name="Segnaposto data 3">
            <a:extLst>
              <a:ext uri="{FF2B5EF4-FFF2-40B4-BE49-F238E27FC236}">
                <a16:creationId xmlns:a16="http://schemas.microsoft.com/office/drawing/2014/main" id="{A006BB84-897A-D4EF-6CB1-14D621BE180F}"/>
              </a:ext>
            </a:extLst>
          </p:cNvPr>
          <p:cNvSpPr>
            <a:spLocks noGrp="1"/>
          </p:cNvSpPr>
          <p:nvPr>
            <p:ph type="dt" sz="half" idx="10"/>
          </p:nvPr>
        </p:nvSpPr>
        <p:spPr/>
        <p:txBody>
          <a:bodyPr/>
          <a:lstStyle/>
          <a:p>
            <a:fld id="{A7E4592F-7DDA-43DE-B3B5-6D3E06C37424}" type="datetime1">
              <a:rPr lang="it-CH" smtClean="0"/>
              <a:t>05.06.2025</a:t>
            </a:fld>
            <a:endParaRPr lang="it-CH"/>
          </a:p>
        </p:txBody>
      </p:sp>
      <p:sp>
        <p:nvSpPr>
          <p:cNvPr id="5" name="Segnaposto piè di pagina 4">
            <a:extLst>
              <a:ext uri="{FF2B5EF4-FFF2-40B4-BE49-F238E27FC236}">
                <a16:creationId xmlns:a16="http://schemas.microsoft.com/office/drawing/2014/main" id="{26432033-9E66-E95F-CFC7-46ED3CAAF1A5}"/>
              </a:ext>
            </a:extLst>
          </p:cNvPr>
          <p:cNvSpPr>
            <a:spLocks noGrp="1"/>
          </p:cNvSpPr>
          <p:nvPr>
            <p:ph type="ftr" sz="quarter" idx="11"/>
          </p:nvPr>
        </p:nvSpPr>
        <p:spPr/>
        <p:txBody>
          <a:bodyPr/>
          <a:lstStyle/>
          <a:p>
            <a:r>
              <a:rPr lang="it-CH"/>
              <a:t>Group 06 - task manager</a:t>
            </a:r>
          </a:p>
        </p:txBody>
      </p:sp>
      <p:sp>
        <p:nvSpPr>
          <p:cNvPr id="6" name="Segnaposto numero diapositiva 5">
            <a:extLst>
              <a:ext uri="{FF2B5EF4-FFF2-40B4-BE49-F238E27FC236}">
                <a16:creationId xmlns:a16="http://schemas.microsoft.com/office/drawing/2014/main" id="{15EC256D-0067-351A-05F9-E57E0CF3005B}"/>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5170825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529CE2D-0D3F-E276-5B5C-1ABB8B23561E}"/>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endParaRPr lang="it-CH"/>
          </a:p>
        </p:txBody>
      </p:sp>
      <p:sp>
        <p:nvSpPr>
          <p:cNvPr id="3" name="Segnaposto testo 2">
            <a:extLst>
              <a:ext uri="{FF2B5EF4-FFF2-40B4-BE49-F238E27FC236}">
                <a16:creationId xmlns:a16="http://schemas.microsoft.com/office/drawing/2014/main" id="{DB9D9473-D6A3-D4E2-45BE-04A542E676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A1CBBB3-2588-FF07-32C3-908CDE346A72}"/>
              </a:ext>
            </a:extLst>
          </p:cNvPr>
          <p:cNvSpPr>
            <a:spLocks noGrp="1"/>
          </p:cNvSpPr>
          <p:nvPr>
            <p:ph type="dt" sz="half" idx="10"/>
          </p:nvPr>
        </p:nvSpPr>
        <p:spPr/>
        <p:txBody>
          <a:bodyPr/>
          <a:lstStyle/>
          <a:p>
            <a:fld id="{462B29ED-8587-4A11-939E-769A4D852A74}" type="datetime1">
              <a:rPr lang="it-CH" smtClean="0"/>
              <a:t>05.06.2025</a:t>
            </a:fld>
            <a:endParaRPr lang="it-CH"/>
          </a:p>
        </p:txBody>
      </p:sp>
      <p:sp>
        <p:nvSpPr>
          <p:cNvPr id="5" name="Segnaposto piè di pagina 4">
            <a:extLst>
              <a:ext uri="{FF2B5EF4-FFF2-40B4-BE49-F238E27FC236}">
                <a16:creationId xmlns:a16="http://schemas.microsoft.com/office/drawing/2014/main" id="{815F8F67-A86D-31BC-ED87-2C8A18EFCF63}"/>
              </a:ext>
            </a:extLst>
          </p:cNvPr>
          <p:cNvSpPr>
            <a:spLocks noGrp="1"/>
          </p:cNvSpPr>
          <p:nvPr>
            <p:ph type="ftr" sz="quarter" idx="11"/>
          </p:nvPr>
        </p:nvSpPr>
        <p:spPr/>
        <p:txBody>
          <a:bodyPr/>
          <a:lstStyle/>
          <a:p>
            <a:r>
              <a:rPr lang="it-CH"/>
              <a:t>Group 06 - task manager</a:t>
            </a:r>
          </a:p>
        </p:txBody>
      </p:sp>
      <p:sp>
        <p:nvSpPr>
          <p:cNvPr id="6" name="Segnaposto numero diapositiva 5">
            <a:extLst>
              <a:ext uri="{FF2B5EF4-FFF2-40B4-BE49-F238E27FC236}">
                <a16:creationId xmlns:a16="http://schemas.microsoft.com/office/drawing/2014/main" id="{15638E47-AF16-DF57-305F-86DB6046AFAA}"/>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9142311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F86DF4-0BBE-9E0C-97CA-709B834A0ED3}"/>
              </a:ext>
            </a:extLst>
          </p:cNvPr>
          <p:cNvSpPr>
            <a:spLocks noGrp="1"/>
          </p:cNvSpPr>
          <p:nvPr>
            <p:ph type="title"/>
          </p:nvPr>
        </p:nvSpPr>
        <p:spPr/>
        <p:txBody>
          <a:bodyPr/>
          <a:lstStyle/>
          <a:p>
            <a:r>
              <a:rPr lang="it-IT"/>
              <a:t>Fare clic per modificare lo stile del titolo dello schema</a:t>
            </a:r>
            <a:endParaRPr lang="it-CH"/>
          </a:p>
        </p:txBody>
      </p:sp>
      <p:sp>
        <p:nvSpPr>
          <p:cNvPr id="3" name="Segnaposto contenuto 2">
            <a:extLst>
              <a:ext uri="{FF2B5EF4-FFF2-40B4-BE49-F238E27FC236}">
                <a16:creationId xmlns:a16="http://schemas.microsoft.com/office/drawing/2014/main" id="{94F6AB05-91BC-74FF-A053-BD2C9993C143}"/>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4" name="Segnaposto contenuto 3">
            <a:extLst>
              <a:ext uri="{FF2B5EF4-FFF2-40B4-BE49-F238E27FC236}">
                <a16:creationId xmlns:a16="http://schemas.microsoft.com/office/drawing/2014/main" id="{8D424318-0227-67A5-6BA9-9F83C5423CFB}"/>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5" name="Segnaposto data 4">
            <a:extLst>
              <a:ext uri="{FF2B5EF4-FFF2-40B4-BE49-F238E27FC236}">
                <a16:creationId xmlns:a16="http://schemas.microsoft.com/office/drawing/2014/main" id="{B7889E54-88CB-928B-5360-ECA62A9BED06}"/>
              </a:ext>
            </a:extLst>
          </p:cNvPr>
          <p:cNvSpPr>
            <a:spLocks noGrp="1"/>
          </p:cNvSpPr>
          <p:nvPr>
            <p:ph type="dt" sz="half" idx="10"/>
          </p:nvPr>
        </p:nvSpPr>
        <p:spPr/>
        <p:txBody>
          <a:bodyPr/>
          <a:lstStyle/>
          <a:p>
            <a:fld id="{3238C334-5148-442E-AB83-EDA3E1E0CEFF}" type="datetime1">
              <a:rPr lang="it-CH" smtClean="0"/>
              <a:t>05.06.2025</a:t>
            </a:fld>
            <a:endParaRPr lang="it-CH"/>
          </a:p>
        </p:txBody>
      </p:sp>
      <p:sp>
        <p:nvSpPr>
          <p:cNvPr id="6" name="Segnaposto piè di pagina 5">
            <a:extLst>
              <a:ext uri="{FF2B5EF4-FFF2-40B4-BE49-F238E27FC236}">
                <a16:creationId xmlns:a16="http://schemas.microsoft.com/office/drawing/2014/main" id="{E0CB4D2F-9E0D-8C96-0F0E-F026DEA7E512}"/>
              </a:ext>
            </a:extLst>
          </p:cNvPr>
          <p:cNvSpPr>
            <a:spLocks noGrp="1"/>
          </p:cNvSpPr>
          <p:nvPr>
            <p:ph type="ftr" sz="quarter" idx="11"/>
          </p:nvPr>
        </p:nvSpPr>
        <p:spPr/>
        <p:txBody>
          <a:bodyPr/>
          <a:lstStyle/>
          <a:p>
            <a:r>
              <a:rPr lang="it-CH"/>
              <a:t>Group 06 - task manager</a:t>
            </a:r>
          </a:p>
        </p:txBody>
      </p:sp>
      <p:sp>
        <p:nvSpPr>
          <p:cNvPr id="7" name="Segnaposto numero diapositiva 6">
            <a:extLst>
              <a:ext uri="{FF2B5EF4-FFF2-40B4-BE49-F238E27FC236}">
                <a16:creationId xmlns:a16="http://schemas.microsoft.com/office/drawing/2014/main" id="{65111A36-FF22-7EBD-51D7-6B05BDE8DE76}"/>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26839567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58E7F7-490A-8BE4-EF05-BA7E2A24834E}"/>
              </a:ext>
            </a:extLst>
          </p:cNvPr>
          <p:cNvSpPr>
            <a:spLocks noGrp="1"/>
          </p:cNvSpPr>
          <p:nvPr>
            <p:ph type="title"/>
          </p:nvPr>
        </p:nvSpPr>
        <p:spPr>
          <a:xfrm>
            <a:off x="839788" y="365125"/>
            <a:ext cx="10515600" cy="1325563"/>
          </a:xfrm>
        </p:spPr>
        <p:txBody>
          <a:bodyPr/>
          <a:lstStyle/>
          <a:p>
            <a:r>
              <a:rPr lang="it-IT"/>
              <a:t>Fare clic per modificare lo stile del titolo dello schema</a:t>
            </a:r>
            <a:endParaRPr lang="it-CH"/>
          </a:p>
        </p:txBody>
      </p:sp>
      <p:sp>
        <p:nvSpPr>
          <p:cNvPr id="3" name="Segnaposto testo 2">
            <a:extLst>
              <a:ext uri="{FF2B5EF4-FFF2-40B4-BE49-F238E27FC236}">
                <a16:creationId xmlns:a16="http://schemas.microsoft.com/office/drawing/2014/main" id="{2665A211-A151-917A-ABF2-E5CA204846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4CE5A52E-C867-4672-6659-AB139C3BB4A9}"/>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5" name="Segnaposto testo 4">
            <a:extLst>
              <a:ext uri="{FF2B5EF4-FFF2-40B4-BE49-F238E27FC236}">
                <a16:creationId xmlns:a16="http://schemas.microsoft.com/office/drawing/2014/main" id="{3428730F-0775-8B31-2F88-2AC07F583E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64165029-5A29-E0FF-2CAC-871D3C1DD65E}"/>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7" name="Segnaposto data 6">
            <a:extLst>
              <a:ext uri="{FF2B5EF4-FFF2-40B4-BE49-F238E27FC236}">
                <a16:creationId xmlns:a16="http://schemas.microsoft.com/office/drawing/2014/main" id="{C8E7D075-CEC3-A202-7A85-2618326924A1}"/>
              </a:ext>
            </a:extLst>
          </p:cNvPr>
          <p:cNvSpPr>
            <a:spLocks noGrp="1"/>
          </p:cNvSpPr>
          <p:nvPr>
            <p:ph type="dt" sz="half" idx="10"/>
          </p:nvPr>
        </p:nvSpPr>
        <p:spPr/>
        <p:txBody>
          <a:bodyPr/>
          <a:lstStyle/>
          <a:p>
            <a:fld id="{B998FF17-177C-413E-8A7A-C7DA5E97F73A}" type="datetime1">
              <a:rPr lang="it-CH" smtClean="0"/>
              <a:t>05.06.2025</a:t>
            </a:fld>
            <a:endParaRPr lang="it-CH"/>
          </a:p>
        </p:txBody>
      </p:sp>
      <p:sp>
        <p:nvSpPr>
          <p:cNvPr id="8" name="Segnaposto piè di pagina 7">
            <a:extLst>
              <a:ext uri="{FF2B5EF4-FFF2-40B4-BE49-F238E27FC236}">
                <a16:creationId xmlns:a16="http://schemas.microsoft.com/office/drawing/2014/main" id="{D299B3BF-E52C-6907-4584-BC0062D08075}"/>
              </a:ext>
            </a:extLst>
          </p:cNvPr>
          <p:cNvSpPr>
            <a:spLocks noGrp="1"/>
          </p:cNvSpPr>
          <p:nvPr>
            <p:ph type="ftr" sz="quarter" idx="11"/>
          </p:nvPr>
        </p:nvSpPr>
        <p:spPr/>
        <p:txBody>
          <a:bodyPr/>
          <a:lstStyle/>
          <a:p>
            <a:r>
              <a:rPr lang="it-CH"/>
              <a:t>Group 06 - task manager</a:t>
            </a:r>
          </a:p>
        </p:txBody>
      </p:sp>
      <p:sp>
        <p:nvSpPr>
          <p:cNvPr id="9" name="Segnaposto numero diapositiva 8">
            <a:extLst>
              <a:ext uri="{FF2B5EF4-FFF2-40B4-BE49-F238E27FC236}">
                <a16:creationId xmlns:a16="http://schemas.microsoft.com/office/drawing/2014/main" id="{507B437F-DD4D-E3A6-3EF0-0838B0FE8469}"/>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38394129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CE1C18-105C-527A-2F1B-69F8ED99FF79}"/>
              </a:ext>
            </a:extLst>
          </p:cNvPr>
          <p:cNvSpPr>
            <a:spLocks noGrp="1"/>
          </p:cNvSpPr>
          <p:nvPr>
            <p:ph type="title"/>
          </p:nvPr>
        </p:nvSpPr>
        <p:spPr/>
        <p:txBody>
          <a:bodyPr/>
          <a:lstStyle/>
          <a:p>
            <a:r>
              <a:rPr lang="it-IT"/>
              <a:t>Fare clic per modificare lo stile del titolo dello schema</a:t>
            </a:r>
            <a:endParaRPr lang="it-CH"/>
          </a:p>
        </p:txBody>
      </p:sp>
      <p:sp>
        <p:nvSpPr>
          <p:cNvPr id="3" name="Segnaposto data 2">
            <a:extLst>
              <a:ext uri="{FF2B5EF4-FFF2-40B4-BE49-F238E27FC236}">
                <a16:creationId xmlns:a16="http://schemas.microsoft.com/office/drawing/2014/main" id="{7E540427-39F1-E5DB-C7CF-50DB863313E6}"/>
              </a:ext>
            </a:extLst>
          </p:cNvPr>
          <p:cNvSpPr>
            <a:spLocks noGrp="1"/>
          </p:cNvSpPr>
          <p:nvPr>
            <p:ph type="dt" sz="half" idx="10"/>
          </p:nvPr>
        </p:nvSpPr>
        <p:spPr/>
        <p:txBody>
          <a:bodyPr/>
          <a:lstStyle/>
          <a:p>
            <a:fld id="{172A4B1E-0300-4645-B4F2-5C26998A8BA8}" type="datetime1">
              <a:rPr lang="it-CH" smtClean="0"/>
              <a:t>05.06.2025</a:t>
            </a:fld>
            <a:endParaRPr lang="it-CH"/>
          </a:p>
        </p:txBody>
      </p:sp>
      <p:sp>
        <p:nvSpPr>
          <p:cNvPr id="4" name="Segnaposto piè di pagina 3">
            <a:extLst>
              <a:ext uri="{FF2B5EF4-FFF2-40B4-BE49-F238E27FC236}">
                <a16:creationId xmlns:a16="http://schemas.microsoft.com/office/drawing/2014/main" id="{E4B47B92-1007-B647-CFBF-6A5D0577021D}"/>
              </a:ext>
            </a:extLst>
          </p:cNvPr>
          <p:cNvSpPr>
            <a:spLocks noGrp="1"/>
          </p:cNvSpPr>
          <p:nvPr>
            <p:ph type="ftr" sz="quarter" idx="11"/>
          </p:nvPr>
        </p:nvSpPr>
        <p:spPr/>
        <p:txBody>
          <a:bodyPr/>
          <a:lstStyle/>
          <a:p>
            <a:r>
              <a:rPr lang="it-CH"/>
              <a:t>Group 06 - task manager</a:t>
            </a:r>
          </a:p>
        </p:txBody>
      </p:sp>
      <p:sp>
        <p:nvSpPr>
          <p:cNvPr id="5" name="Segnaposto numero diapositiva 4">
            <a:extLst>
              <a:ext uri="{FF2B5EF4-FFF2-40B4-BE49-F238E27FC236}">
                <a16:creationId xmlns:a16="http://schemas.microsoft.com/office/drawing/2014/main" id="{AB9509ED-2550-2B05-6EF2-C933F577080D}"/>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9274315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651E603D-DE97-50C2-A6B5-9D2FCD80D85D}"/>
              </a:ext>
            </a:extLst>
          </p:cNvPr>
          <p:cNvSpPr>
            <a:spLocks noGrp="1"/>
          </p:cNvSpPr>
          <p:nvPr>
            <p:ph type="dt" sz="half" idx="10"/>
          </p:nvPr>
        </p:nvSpPr>
        <p:spPr/>
        <p:txBody>
          <a:bodyPr/>
          <a:lstStyle/>
          <a:p>
            <a:fld id="{2D8F8CCB-4EDA-46AC-99BF-341DBF997B97}" type="datetime1">
              <a:rPr lang="it-CH" smtClean="0"/>
              <a:t>05.06.2025</a:t>
            </a:fld>
            <a:endParaRPr lang="it-CH"/>
          </a:p>
        </p:txBody>
      </p:sp>
      <p:sp>
        <p:nvSpPr>
          <p:cNvPr id="3" name="Segnaposto piè di pagina 2">
            <a:extLst>
              <a:ext uri="{FF2B5EF4-FFF2-40B4-BE49-F238E27FC236}">
                <a16:creationId xmlns:a16="http://schemas.microsoft.com/office/drawing/2014/main" id="{3D53DFD7-005B-127B-BC47-286EE06F6A13}"/>
              </a:ext>
            </a:extLst>
          </p:cNvPr>
          <p:cNvSpPr>
            <a:spLocks noGrp="1"/>
          </p:cNvSpPr>
          <p:nvPr>
            <p:ph type="ftr" sz="quarter" idx="11"/>
          </p:nvPr>
        </p:nvSpPr>
        <p:spPr/>
        <p:txBody>
          <a:bodyPr/>
          <a:lstStyle/>
          <a:p>
            <a:r>
              <a:rPr lang="it-CH"/>
              <a:t>Group 06 - task manager</a:t>
            </a:r>
          </a:p>
        </p:txBody>
      </p:sp>
      <p:sp>
        <p:nvSpPr>
          <p:cNvPr id="4" name="Segnaposto numero diapositiva 3">
            <a:extLst>
              <a:ext uri="{FF2B5EF4-FFF2-40B4-BE49-F238E27FC236}">
                <a16:creationId xmlns:a16="http://schemas.microsoft.com/office/drawing/2014/main" id="{2971BBA3-8334-83F6-F154-FC6D347D926D}"/>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39135516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7817F6-174A-8FD1-9031-EAF67284C56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it-CH"/>
          </a:p>
        </p:txBody>
      </p:sp>
      <p:sp>
        <p:nvSpPr>
          <p:cNvPr id="3" name="Segnaposto contenuto 2">
            <a:extLst>
              <a:ext uri="{FF2B5EF4-FFF2-40B4-BE49-F238E27FC236}">
                <a16:creationId xmlns:a16="http://schemas.microsoft.com/office/drawing/2014/main" id="{220AD8BB-646D-5EA4-D3A3-AAEAC94B68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4" name="Segnaposto testo 3">
            <a:extLst>
              <a:ext uri="{FF2B5EF4-FFF2-40B4-BE49-F238E27FC236}">
                <a16:creationId xmlns:a16="http://schemas.microsoft.com/office/drawing/2014/main" id="{476F1355-69E4-3740-0724-649297B5F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AEE477B-BEFA-485A-4BDB-096E5CE9D0A3}"/>
              </a:ext>
            </a:extLst>
          </p:cNvPr>
          <p:cNvSpPr>
            <a:spLocks noGrp="1"/>
          </p:cNvSpPr>
          <p:nvPr>
            <p:ph type="dt" sz="half" idx="10"/>
          </p:nvPr>
        </p:nvSpPr>
        <p:spPr/>
        <p:txBody>
          <a:bodyPr/>
          <a:lstStyle/>
          <a:p>
            <a:fld id="{9A7C3A63-EBF4-4ADF-93A9-E39E3A431DF9}" type="datetime1">
              <a:rPr lang="it-CH" smtClean="0"/>
              <a:t>05.06.2025</a:t>
            </a:fld>
            <a:endParaRPr lang="it-CH"/>
          </a:p>
        </p:txBody>
      </p:sp>
      <p:sp>
        <p:nvSpPr>
          <p:cNvPr id="6" name="Segnaposto piè di pagina 5">
            <a:extLst>
              <a:ext uri="{FF2B5EF4-FFF2-40B4-BE49-F238E27FC236}">
                <a16:creationId xmlns:a16="http://schemas.microsoft.com/office/drawing/2014/main" id="{D317C7FE-6B87-C948-E33B-D9450A3B09A7}"/>
              </a:ext>
            </a:extLst>
          </p:cNvPr>
          <p:cNvSpPr>
            <a:spLocks noGrp="1"/>
          </p:cNvSpPr>
          <p:nvPr>
            <p:ph type="ftr" sz="quarter" idx="11"/>
          </p:nvPr>
        </p:nvSpPr>
        <p:spPr/>
        <p:txBody>
          <a:bodyPr/>
          <a:lstStyle/>
          <a:p>
            <a:r>
              <a:rPr lang="it-CH"/>
              <a:t>Group 06 - task manager</a:t>
            </a:r>
          </a:p>
        </p:txBody>
      </p:sp>
      <p:sp>
        <p:nvSpPr>
          <p:cNvPr id="7" name="Segnaposto numero diapositiva 6">
            <a:extLst>
              <a:ext uri="{FF2B5EF4-FFF2-40B4-BE49-F238E27FC236}">
                <a16:creationId xmlns:a16="http://schemas.microsoft.com/office/drawing/2014/main" id="{0580C07D-4F21-7CFC-0512-F879DAEB8D01}"/>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9451095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DE2375-2B2E-A522-DE3B-C3A93A7285F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it-CH"/>
          </a:p>
        </p:txBody>
      </p:sp>
      <p:sp>
        <p:nvSpPr>
          <p:cNvPr id="3" name="Segnaposto immagine 2">
            <a:extLst>
              <a:ext uri="{FF2B5EF4-FFF2-40B4-BE49-F238E27FC236}">
                <a16:creationId xmlns:a16="http://schemas.microsoft.com/office/drawing/2014/main" id="{3E84C9FF-DA48-C955-6908-4B5C9A8201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CH"/>
          </a:p>
        </p:txBody>
      </p:sp>
      <p:sp>
        <p:nvSpPr>
          <p:cNvPr id="4" name="Segnaposto testo 3">
            <a:extLst>
              <a:ext uri="{FF2B5EF4-FFF2-40B4-BE49-F238E27FC236}">
                <a16:creationId xmlns:a16="http://schemas.microsoft.com/office/drawing/2014/main" id="{93AA93B2-D4AC-A810-E02A-A238D5DDA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123499F-6086-E581-3541-D1915026C8C6}"/>
              </a:ext>
            </a:extLst>
          </p:cNvPr>
          <p:cNvSpPr>
            <a:spLocks noGrp="1"/>
          </p:cNvSpPr>
          <p:nvPr>
            <p:ph type="dt" sz="half" idx="10"/>
          </p:nvPr>
        </p:nvSpPr>
        <p:spPr/>
        <p:txBody>
          <a:bodyPr/>
          <a:lstStyle/>
          <a:p>
            <a:fld id="{E3BBB481-9026-4F06-A937-6B130CEB4798}" type="datetime1">
              <a:rPr lang="it-CH" smtClean="0"/>
              <a:t>05.06.2025</a:t>
            </a:fld>
            <a:endParaRPr lang="it-CH"/>
          </a:p>
        </p:txBody>
      </p:sp>
      <p:sp>
        <p:nvSpPr>
          <p:cNvPr id="6" name="Segnaposto piè di pagina 5">
            <a:extLst>
              <a:ext uri="{FF2B5EF4-FFF2-40B4-BE49-F238E27FC236}">
                <a16:creationId xmlns:a16="http://schemas.microsoft.com/office/drawing/2014/main" id="{5FA7DD42-F16F-275F-DED9-B5748112CD6D}"/>
              </a:ext>
            </a:extLst>
          </p:cNvPr>
          <p:cNvSpPr>
            <a:spLocks noGrp="1"/>
          </p:cNvSpPr>
          <p:nvPr>
            <p:ph type="ftr" sz="quarter" idx="11"/>
          </p:nvPr>
        </p:nvSpPr>
        <p:spPr/>
        <p:txBody>
          <a:bodyPr/>
          <a:lstStyle/>
          <a:p>
            <a:r>
              <a:rPr lang="it-CH"/>
              <a:t>Group 06 - task manager</a:t>
            </a:r>
          </a:p>
        </p:txBody>
      </p:sp>
      <p:sp>
        <p:nvSpPr>
          <p:cNvPr id="7" name="Segnaposto numero diapositiva 6">
            <a:extLst>
              <a:ext uri="{FF2B5EF4-FFF2-40B4-BE49-F238E27FC236}">
                <a16:creationId xmlns:a16="http://schemas.microsoft.com/office/drawing/2014/main" id="{BADF712D-BF2C-0E1D-EFBD-686BC1A65108}"/>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2336229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E63DDFF-F126-9E0A-29E9-CCDD1F480E7B}"/>
              </a:ext>
            </a:extLst>
          </p:cNvPr>
          <p:cNvSpPr>
            <a:spLocks noGrp="1"/>
          </p:cNvSpPr>
          <p:nvPr>
            <p:ph type="title"/>
          </p:nvPr>
        </p:nvSpPr>
        <p:spPr/>
        <p:txBody>
          <a:bodyPr/>
          <a:lstStyle/>
          <a:p>
            <a:r>
              <a:rPr lang="it-IT"/>
              <a:t>Fare clic per modificare lo stile del titolo dello schema</a:t>
            </a:r>
            <a:endParaRPr lang="it-CH"/>
          </a:p>
        </p:txBody>
      </p:sp>
      <p:sp>
        <p:nvSpPr>
          <p:cNvPr id="3" name="Segnaposto testo verticale 2">
            <a:extLst>
              <a:ext uri="{FF2B5EF4-FFF2-40B4-BE49-F238E27FC236}">
                <a16:creationId xmlns:a16="http://schemas.microsoft.com/office/drawing/2014/main" id="{8422CA6D-6A58-DEAE-FCDE-5FC9013079E3}"/>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4" name="Segnaposto data 3">
            <a:extLst>
              <a:ext uri="{FF2B5EF4-FFF2-40B4-BE49-F238E27FC236}">
                <a16:creationId xmlns:a16="http://schemas.microsoft.com/office/drawing/2014/main" id="{0E022C6D-2EBE-0432-AD6F-227BFA335A15}"/>
              </a:ext>
            </a:extLst>
          </p:cNvPr>
          <p:cNvSpPr>
            <a:spLocks noGrp="1"/>
          </p:cNvSpPr>
          <p:nvPr>
            <p:ph type="dt" sz="half" idx="10"/>
          </p:nvPr>
        </p:nvSpPr>
        <p:spPr/>
        <p:txBody>
          <a:bodyPr/>
          <a:lstStyle/>
          <a:p>
            <a:fld id="{07959963-5FB4-466C-AC3D-092550CD7822}" type="datetime1">
              <a:rPr lang="it-CH" smtClean="0"/>
              <a:t>05.06.2025</a:t>
            </a:fld>
            <a:endParaRPr lang="it-CH"/>
          </a:p>
        </p:txBody>
      </p:sp>
      <p:sp>
        <p:nvSpPr>
          <p:cNvPr id="5" name="Segnaposto piè di pagina 4">
            <a:extLst>
              <a:ext uri="{FF2B5EF4-FFF2-40B4-BE49-F238E27FC236}">
                <a16:creationId xmlns:a16="http://schemas.microsoft.com/office/drawing/2014/main" id="{95BAE445-AE54-845F-C6DA-B7AB2B865788}"/>
              </a:ext>
            </a:extLst>
          </p:cNvPr>
          <p:cNvSpPr>
            <a:spLocks noGrp="1"/>
          </p:cNvSpPr>
          <p:nvPr>
            <p:ph type="ftr" sz="quarter" idx="11"/>
          </p:nvPr>
        </p:nvSpPr>
        <p:spPr/>
        <p:txBody>
          <a:bodyPr/>
          <a:lstStyle/>
          <a:p>
            <a:r>
              <a:rPr lang="it-CH"/>
              <a:t>Group 06 - task manager</a:t>
            </a:r>
          </a:p>
        </p:txBody>
      </p:sp>
      <p:sp>
        <p:nvSpPr>
          <p:cNvPr id="6" name="Segnaposto numero diapositiva 5">
            <a:extLst>
              <a:ext uri="{FF2B5EF4-FFF2-40B4-BE49-F238E27FC236}">
                <a16:creationId xmlns:a16="http://schemas.microsoft.com/office/drawing/2014/main" id="{B297D6C1-32BA-645D-91EC-420737C47E04}"/>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33792087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3E4B46-BF25-B3EB-750F-9AC352794282}"/>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it-CH"/>
          </a:p>
        </p:txBody>
      </p:sp>
      <p:sp>
        <p:nvSpPr>
          <p:cNvPr id="3" name="Segnaposto testo verticale 2">
            <a:extLst>
              <a:ext uri="{FF2B5EF4-FFF2-40B4-BE49-F238E27FC236}">
                <a16:creationId xmlns:a16="http://schemas.microsoft.com/office/drawing/2014/main" id="{7C31D301-8B9E-A2B3-413A-DC8EE3C749C3}"/>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4" name="Segnaposto data 3">
            <a:extLst>
              <a:ext uri="{FF2B5EF4-FFF2-40B4-BE49-F238E27FC236}">
                <a16:creationId xmlns:a16="http://schemas.microsoft.com/office/drawing/2014/main" id="{508ABA68-6449-093F-6750-071E28236177}"/>
              </a:ext>
            </a:extLst>
          </p:cNvPr>
          <p:cNvSpPr>
            <a:spLocks noGrp="1"/>
          </p:cNvSpPr>
          <p:nvPr>
            <p:ph type="dt" sz="half" idx="10"/>
          </p:nvPr>
        </p:nvSpPr>
        <p:spPr/>
        <p:txBody>
          <a:bodyPr/>
          <a:lstStyle/>
          <a:p>
            <a:fld id="{FB9287E3-6323-4A5E-944A-626080053604}" type="datetime1">
              <a:rPr lang="it-CH" smtClean="0"/>
              <a:t>05.06.2025</a:t>
            </a:fld>
            <a:endParaRPr lang="it-CH"/>
          </a:p>
        </p:txBody>
      </p:sp>
      <p:sp>
        <p:nvSpPr>
          <p:cNvPr id="5" name="Segnaposto piè di pagina 4">
            <a:extLst>
              <a:ext uri="{FF2B5EF4-FFF2-40B4-BE49-F238E27FC236}">
                <a16:creationId xmlns:a16="http://schemas.microsoft.com/office/drawing/2014/main" id="{54981A75-FC90-076A-DA60-8B79B8C0636A}"/>
              </a:ext>
            </a:extLst>
          </p:cNvPr>
          <p:cNvSpPr>
            <a:spLocks noGrp="1"/>
          </p:cNvSpPr>
          <p:nvPr>
            <p:ph type="ftr" sz="quarter" idx="11"/>
          </p:nvPr>
        </p:nvSpPr>
        <p:spPr/>
        <p:txBody>
          <a:bodyPr/>
          <a:lstStyle/>
          <a:p>
            <a:r>
              <a:rPr lang="it-CH"/>
              <a:t>Group 06 - task manager</a:t>
            </a:r>
          </a:p>
        </p:txBody>
      </p:sp>
      <p:sp>
        <p:nvSpPr>
          <p:cNvPr id="6" name="Segnaposto numero diapositiva 5">
            <a:extLst>
              <a:ext uri="{FF2B5EF4-FFF2-40B4-BE49-F238E27FC236}">
                <a16:creationId xmlns:a16="http://schemas.microsoft.com/office/drawing/2014/main" id="{3AB35A1C-15D9-9B9C-A2DC-9637E09387B0}"/>
              </a:ext>
            </a:extLst>
          </p:cNvPr>
          <p:cNvSpPr>
            <a:spLocks noGrp="1"/>
          </p:cNvSpPr>
          <p:nvPr>
            <p:ph type="sldNum" sz="quarter" idx="12"/>
          </p:nvPr>
        </p:nvSpPr>
        <p:spPr/>
        <p:txBody>
          <a:bodyPr/>
          <a:lstStyle/>
          <a:p>
            <a:fld id="{09B84523-820D-4965-B47E-17F917200B06}" type="slidenum">
              <a:rPr lang="it-CH" smtClean="0"/>
              <a:t>‹#›</a:t>
            </a:fld>
            <a:endParaRPr lang="it-CH"/>
          </a:p>
        </p:txBody>
      </p:sp>
    </p:spTree>
    <p:extLst>
      <p:ext uri="{BB962C8B-B14F-4D97-AF65-F5344CB8AC3E}">
        <p14:creationId xmlns:p14="http://schemas.microsoft.com/office/powerpoint/2010/main" val="7808138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F12B-53B8-5BB7-ABDE-6A0E54B2C2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t-IT"/>
          </a:p>
        </p:txBody>
      </p:sp>
      <p:sp>
        <p:nvSpPr>
          <p:cNvPr id="3" name="Subtitle 2">
            <a:extLst>
              <a:ext uri="{FF2B5EF4-FFF2-40B4-BE49-F238E27FC236}">
                <a16:creationId xmlns:a16="http://schemas.microsoft.com/office/drawing/2014/main" id="{D521BD9B-DE8B-0475-E32B-B3D7E317F5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t-IT"/>
          </a:p>
        </p:txBody>
      </p:sp>
      <p:sp>
        <p:nvSpPr>
          <p:cNvPr id="4" name="Date Placeholder 3">
            <a:extLst>
              <a:ext uri="{FF2B5EF4-FFF2-40B4-BE49-F238E27FC236}">
                <a16:creationId xmlns:a16="http://schemas.microsoft.com/office/drawing/2014/main" id="{B7692885-2AA1-033F-4C12-C7B53DD61CD9}"/>
              </a:ext>
            </a:extLst>
          </p:cNvPr>
          <p:cNvSpPr>
            <a:spLocks noGrp="1"/>
          </p:cNvSpPr>
          <p:nvPr>
            <p:ph type="dt" sz="half" idx="10"/>
          </p:nvPr>
        </p:nvSpPr>
        <p:spPr/>
        <p:txBody>
          <a:bodyPr/>
          <a:lstStyle/>
          <a:p>
            <a:fld id="{139E74F4-FC90-4EF4-8320-A23DDD952221}" type="datetime1">
              <a:rPr lang="it-CH" smtClean="0"/>
              <a:t>05.06.2025</a:t>
            </a:fld>
            <a:endParaRPr lang="it-IT"/>
          </a:p>
        </p:txBody>
      </p:sp>
      <p:sp>
        <p:nvSpPr>
          <p:cNvPr id="5" name="Footer Placeholder 4">
            <a:extLst>
              <a:ext uri="{FF2B5EF4-FFF2-40B4-BE49-F238E27FC236}">
                <a16:creationId xmlns:a16="http://schemas.microsoft.com/office/drawing/2014/main" id="{82CE0257-092C-E294-E71D-057753AB0239}"/>
              </a:ext>
            </a:extLst>
          </p:cNvPr>
          <p:cNvSpPr>
            <a:spLocks noGrp="1"/>
          </p:cNvSpPr>
          <p:nvPr>
            <p:ph type="ftr" sz="quarter" idx="11"/>
          </p:nvPr>
        </p:nvSpPr>
        <p:spPr/>
        <p:txBody>
          <a:bodyPr/>
          <a:lstStyle/>
          <a:p>
            <a:r>
              <a:rPr lang="it-IT"/>
              <a:t>Group 06 - task manager</a:t>
            </a:r>
          </a:p>
        </p:txBody>
      </p:sp>
      <p:sp>
        <p:nvSpPr>
          <p:cNvPr id="6" name="Slide Number Placeholder 5">
            <a:extLst>
              <a:ext uri="{FF2B5EF4-FFF2-40B4-BE49-F238E27FC236}">
                <a16:creationId xmlns:a16="http://schemas.microsoft.com/office/drawing/2014/main" id="{B1DE360B-DFC8-A37C-B62A-F9A028A65589}"/>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1266322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DA0F-FD87-4A1E-7F8F-6ECC2A814C9F}"/>
              </a:ext>
            </a:extLst>
          </p:cNvPr>
          <p:cNvSpPr>
            <a:spLocks noGrp="1"/>
          </p:cNvSpPr>
          <p:nvPr>
            <p:ph type="title"/>
          </p:nvPr>
        </p:nvSpPr>
        <p:spPr/>
        <p:txBody>
          <a:bodyPr/>
          <a:lstStyle/>
          <a:p>
            <a:r>
              <a:rPr lang="en-US"/>
              <a:t>Click to edit Master title style</a:t>
            </a:r>
            <a:endParaRPr lang="it-IT"/>
          </a:p>
        </p:txBody>
      </p:sp>
      <p:sp>
        <p:nvSpPr>
          <p:cNvPr id="3" name="Content Placeholder 2">
            <a:extLst>
              <a:ext uri="{FF2B5EF4-FFF2-40B4-BE49-F238E27FC236}">
                <a16:creationId xmlns:a16="http://schemas.microsoft.com/office/drawing/2014/main" id="{047C73AC-B0EC-34AF-EE46-D889DDC020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a:extLst>
              <a:ext uri="{FF2B5EF4-FFF2-40B4-BE49-F238E27FC236}">
                <a16:creationId xmlns:a16="http://schemas.microsoft.com/office/drawing/2014/main" id="{2715B668-7415-33E4-D74E-BF5242FB1513}"/>
              </a:ext>
            </a:extLst>
          </p:cNvPr>
          <p:cNvSpPr>
            <a:spLocks noGrp="1"/>
          </p:cNvSpPr>
          <p:nvPr>
            <p:ph type="dt" sz="half" idx="10"/>
          </p:nvPr>
        </p:nvSpPr>
        <p:spPr/>
        <p:txBody>
          <a:bodyPr/>
          <a:lstStyle/>
          <a:p>
            <a:fld id="{FFAA8078-BF48-472E-8A10-F02056F697B7}" type="datetime1">
              <a:rPr lang="it-CH" smtClean="0"/>
              <a:t>05.06.2025</a:t>
            </a:fld>
            <a:endParaRPr lang="it-IT"/>
          </a:p>
        </p:txBody>
      </p:sp>
      <p:sp>
        <p:nvSpPr>
          <p:cNvPr id="5" name="Footer Placeholder 4">
            <a:extLst>
              <a:ext uri="{FF2B5EF4-FFF2-40B4-BE49-F238E27FC236}">
                <a16:creationId xmlns:a16="http://schemas.microsoft.com/office/drawing/2014/main" id="{39C8A66A-9546-DD6D-F8CA-0D8B9685E382}"/>
              </a:ext>
            </a:extLst>
          </p:cNvPr>
          <p:cNvSpPr>
            <a:spLocks noGrp="1"/>
          </p:cNvSpPr>
          <p:nvPr>
            <p:ph type="ftr" sz="quarter" idx="11"/>
          </p:nvPr>
        </p:nvSpPr>
        <p:spPr/>
        <p:txBody>
          <a:bodyPr/>
          <a:lstStyle/>
          <a:p>
            <a:r>
              <a:rPr lang="it-IT"/>
              <a:t>Group 06 - task manager</a:t>
            </a:r>
          </a:p>
        </p:txBody>
      </p:sp>
      <p:sp>
        <p:nvSpPr>
          <p:cNvPr id="6" name="Slide Number Placeholder 5">
            <a:extLst>
              <a:ext uri="{FF2B5EF4-FFF2-40B4-BE49-F238E27FC236}">
                <a16:creationId xmlns:a16="http://schemas.microsoft.com/office/drawing/2014/main" id="{4D2033D7-989C-FAE2-CA53-1F5D21CFA29C}"/>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2373231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3C971-CB11-7345-5684-A7D6AF1F10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t-IT"/>
          </a:p>
        </p:txBody>
      </p:sp>
      <p:sp>
        <p:nvSpPr>
          <p:cNvPr id="3" name="Text Placeholder 2">
            <a:extLst>
              <a:ext uri="{FF2B5EF4-FFF2-40B4-BE49-F238E27FC236}">
                <a16:creationId xmlns:a16="http://schemas.microsoft.com/office/drawing/2014/main" id="{85A62479-7CC7-CF73-574C-B298288761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8574FE-5AC8-D15D-40BB-CC2024B25FC1}"/>
              </a:ext>
            </a:extLst>
          </p:cNvPr>
          <p:cNvSpPr>
            <a:spLocks noGrp="1"/>
          </p:cNvSpPr>
          <p:nvPr>
            <p:ph type="dt" sz="half" idx="10"/>
          </p:nvPr>
        </p:nvSpPr>
        <p:spPr/>
        <p:txBody>
          <a:bodyPr/>
          <a:lstStyle/>
          <a:p>
            <a:fld id="{5302A21F-F66F-4AF5-B9D7-6D40F3052466}" type="datetime1">
              <a:rPr lang="it-CH" smtClean="0"/>
              <a:t>05.06.2025</a:t>
            </a:fld>
            <a:endParaRPr lang="it-IT"/>
          </a:p>
        </p:txBody>
      </p:sp>
      <p:sp>
        <p:nvSpPr>
          <p:cNvPr id="5" name="Footer Placeholder 4">
            <a:extLst>
              <a:ext uri="{FF2B5EF4-FFF2-40B4-BE49-F238E27FC236}">
                <a16:creationId xmlns:a16="http://schemas.microsoft.com/office/drawing/2014/main" id="{F12A40E7-3C93-07CA-1FAA-574E6C1F498C}"/>
              </a:ext>
            </a:extLst>
          </p:cNvPr>
          <p:cNvSpPr>
            <a:spLocks noGrp="1"/>
          </p:cNvSpPr>
          <p:nvPr>
            <p:ph type="ftr" sz="quarter" idx="11"/>
          </p:nvPr>
        </p:nvSpPr>
        <p:spPr/>
        <p:txBody>
          <a:bodyPr/>
          <a:lstStyle/>
          <a:p>
            <a:r>
              <a:rPr lang="it-IT"/>
              <a:t>Group 06 - task manager</a:t>
            </a:r>
          </a:p>
        </p:txBody>
      </p:sp>
      <p:sp>
        <p:nvSpPr>
          <p:cNvPr id="6" name="Slide Number Placeholder 5">
            <a:extLst>
              <a:ext uri="{FF2B5EF4-FFF2-40B4-BE49-F238E27FC236}">
                <a16:creationId xmlns:a16="http://schemas.microsoft.com/office/drawing/2014/main" id="{34FE9233-06DF-5075-0444-0BD72BA4A550}"/>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22610911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FF3D1-E371-F6CA-DD53-0CD20EF2FEEB}"/>
              </a:ext>
            </a:extLst>
          </p:cNvPr>
          <p:cNvSpPr>
            <a:spLocks noGrp="1"/>
          </p:cNvSpPr>
          <p:nvPr>
            <p:ph type="title"/>
          </p:nvPr>
        </p:nvSpPr>
        <p:spPr/>
        <p:txBody>
          <a:bodyPr/>
          <a:lstStyle/>
          <a:p>
            <a:r>
              <a:rPr lang="en-US"/>
              <a:t>Click to edit Master title style</a:t>
            </a:r>
            <a:endParaRPr lang="it-IT"/>
          </a:p>
        </p:txBody>
      </p:sp>
      <p:sp>
        <p:nvSpPr>
          <p:cNvPr id="3" name="Content Placeholder 2">
            <a:extLst>
              <a:ext uri="{FF2B5EF4-FFF2-40B4-BE49-F238E27FC236}">
                <a16:creationId xmlns:a16="http://schemas.microsoft.com/office/drawing/2014/main" id="{B90FB21E-3684-46F1-4BF8-D30D6D497C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Content Placeholder 3">
            <a:extLst>
              <a:ext uri="{FF2B5EF4-FFF2-40B4-BE49-F238E27FC236}">
                <a16:creationId xmlns:a16="http://schemas.microsoft.com/office/drawing/2014/main" id="{FF4A3881-292E-8553-0A7B-41B7E2FB4D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Date Placeholder 4">
            <a:extLst>
              <a:ext uri="{FF2B5EF4-FFF2-40B4-BE49-F238E27FC236}">
                <a16:creationId xmlns:a16="http://schemas.microsoft.com/office/drawing/2014/main" id="{7DEECF28-7D6A-23AD-0172-EF0F669FC1DF}"/>
              </a:ext>
            </a:extLst>
          </p:cNvPr>
          <p:cNvSpPr>
            <a:spLocks noGrp="1"/>
          </p:cNvSpPr>
          <p:nvPr>
            <p:ph type="dt" sz="half" idx="10"/>
          </p:nvPr>
        </p:nvSpPr>
        <p:spPr/>
        <p:txBody>
          <a:bodyPr/>
          <a:lstStyle/>
          <a:p>
            <a:fld id="{B3571F4B-57D3-4764-84FD-038C521BE58D}" type="datetime1">
              <a:rPr lang="it-CH" smtClean="0"/>
              <a:t>05.06.2025</a:t>
            </a:fld>
            <a:endParaRPr lang="it-IT"/>
          </a:p>
        </p:txBody>
      </p:sp>
      <p:sp>
        <p:nvSpPr>
          <p:cNvPr id="6" name="Footer Placeholder 5">
            <a:extLst>
              <a:ext uri="{FF2B5EF4-FFF2-40B4-BE49-F238E27FC236}">
                <a16:creationId xmlns:a16="http://schemas.microsoft.com/office/drawing/2014/main" id="{0C689E95-68CB-EC95-7E93-3A24657DF200}"/>
              </a:ext>
            </a:extLst>
          </p:cNvPr>
          <p:cNvSpPr>
            <a:spLocks noGrp="1"/>
          </p:cNvSpPr>
          <p:nvPr>
            <p:ph type="ftr" sz="quarter" idx="11"/>
          </p:nvPr>
        </p:nvSpPr>
        <p:spPr/>
        <p:txBody>
          <a:bodyPr/>
          <a:lstStyle/>
          <a:p>
            <a:r>
              <a:rPr lang="it-IT"/>
              <a:t>Group 06 - task manager</a:t>
            </a:r>
          </a:p>
        </p:txBody>
      </p:sp>
      <p:sp>
        <p:nvSpPr>
          <p:cNvPr id="7" name="Slide Number Placeholder 6">
            <a:extLst>
              <a:ext uri="{FF2B5EF4-FFF2-40B4-BE49-F238E27FC236}">
                <a16:creationId xmlns:a16="http://schemas.microsoft.com/office/drawing/2014/main" id="{B261AD4D-972B-E4D1-AF0A-7A9897EBEF38}"/>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2553041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4DE8B-AEF0-4C97-2168-020E4EA6E765}"/>
              </a:ext>
            </a:extLst>
          </p:cNvPr>
          <p:cNvSpPr>
            <a:spLocks noGrp="1"/>
          </p:cNvSpPr>
          <p:nvPr>
            <p:ph type="title"/>
          </p:nvPr>
        </p:nvSpPr>
        <p:spPr>
          <a:xfrm>
            <a:off x="839788" y="365125"/>
            <a:ext cx="10515600" cy="1325563"/>
          </a:xfrm>
        </p:spPr>
        <p:txBody>
          <a:bodyPr/>
          <a:lstStyle/>
          <a:p>
            <a:r>
              <a:rPr lang="en-US"/>
              <a:t>Click to edit Master title style</a:t>
            </a:r>
            <a:endParaRPr lang="it-IT"/>
          </a:p>
        </p:txBody>
      </p:sp>
      <p:sp>
        <p:nvSpPr>
          <p:cNvPr id="3" name="Text Placeholder 2">
            <a:extLst>
              <a:ext uri="{FF2B5EF4-FFF2-40B4-BE49-F238E27FC236}">
                <a16:creationId xmlns:a16="http://schemas.microsoft.com/office/drawing/2014/main" id="{E81F3902-2A54-7E60-12A9-952F546927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4BF648-CD09-A123-90FD-C7E0134689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Text Placeholder 4">
            <a:extLst>
              <a:ext uri="{FF2B5EF4-FFF2-40B4-BE49-F238E27FC236}">
                <a16:creationId xmlns:a16="http://schemas.microsoft.com/office/drawing/2014/main" id="{949846BC-B3DD-8EDA-D681-F5E50FE9BC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226F95-9481-C2FE-B058-64E99ADC1F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7" name="Date Placeholder 6">
            <a:extLst>
              <a:ext uri="{FF2B5EF4-FFF2-40B4-BE49-F238E27FC236}">
                <a16:creationId xmlns:a16="http://schemas.microsoft.com/office/drawing/2014/main" id="{235AEBE8-905B-DEA6-CBCA-C4FD876EBDC0}"/>
              </a:ext>
            </a:extLst>
          </p:cNvPr>
          <p:cNvSpPr>
            <a:spLocks noGrp="1"/>
          </p:cNvSpPr>
          <p:nvPr>
            <p:ph type="dt" sz="half" idx="10"/>
          </p:nvPr>
        </p:nvSpPr>
        <p:spPr/>
        <p:txBody>
          <a:bodyPr/>
          <a:lstStyle/>
          <a:p>
            <a:fld id="{66A75240-9382-44A3-9D59-6B2790EFC078}" type="datetime1">
              <a:rPr lang="it-CH" smtClean="0"/>
              <a:t>05.06.2025</a:t>
            </a:fld>
            <a:endParaRPr lang="it-IT"/>
          </a:p>
        </p:txBody>
      </p:sp>
      <p:sp>
        <p:nvSpPr>
          <p:cNvPr id="8" name="Footer Placeholder 7">
            <a:extLst>
              <a:ext uri="{FF2B5EF4-FFF2-40B4-BE49-F238E27FC236}">
                <a16:creationId xmlns:a16="http://schemas.microsoft.com/office/drawing/2014/main" id="{C0EADF0A-49C6-ECF8-4B12-3260C0567876}"/>
              </a:ext>
            </a:extLst>
          </p:cNvPr>
          <p:cNvSpPr>
            <a:spLocks noGrp="1"/>
          </p:cNvSpPr>
          <p:nvPr>
            <p:ph type="ftr" sz="quarter" idx="11"/>
          </p:nvPr>
        </p:nvSpPr>
        <p:spPr/>
        <p:txBody>
          <a:bodyPr/>
          <a:lstStyle/>
          <a:p>
            <a:r>
              <a:rPr lang="it-IT"/>
              <a:t>Group 06 - task manager</a:t>
            </a:r>
          </a:p>
        </p:txBody>
      </p:sp>
      <p:sp>
        <p:nvSpPr>
          <p:cNvPr id="9" name="Slide Number Placeholder 8">
            <a:extLst>
              <a:ext uri="{FF2B5EF4-FFF2-40B4-BE49-F238E27FC236}">
                <a16:creationId xmlns:a16="http://schemas.microsoft.com/office/drawing/2014/main" id="{077B4704-7226-C086-2BED-23ECD4223EB0}"/>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956852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456EC-A21D-D3CC-9CB1-674AFEEBD414}"/>
              </a:ext>
            </a:extLst>
          </p:cNvPr>
          <p:cNvSpPr>
            <a:spLocks noGrp="1"/>
          </p:cNvSpPr>
          <p:nvPr>
            <p:ph type="title"/>
          </p:nvPr>
        </p:nvSpPr>
        <p:spPr/>
        <p:txBody>
          <a:bodyPr/>
          <a:lstStyle/>
          <a:p>
            <a:r>
              <a:rPr lang="en-US"/>
              <a:t>Click to edit Master title style</a:t>
            </a:r>
            <a:endParaRPr lang="it-IT"/>
          </a:p>
        </p:txBody>
      </p:sp>
      <p:sp>
        <p:nvSpPr>
          <p:cNvPr id="3" name="Date Placeholder 2">
            <a:extLst>
              <a:ext uri="{FF2B5EF4-FFF2-40B4-BE49-F238E27FC236}">
                <a16:creationId xmlns:a16="http://schemas.microsoft.com/office/drawing/2014/main" id="{ABFC6C15-03C0-A490-BDC8-BFBBC1784F2D}"/>
              </a:ext>
            </a:extLst>
          </p:cNvPr>
          <p:cNvSpPr>
            <a:spLocks noGrp="1"/>
          </p:cNvSpPr>
          <p:nvPr>
            <p:ph type="dt" sz="half" idx="10"/>
          </p:nvPr>
        </p:nvSpPr>
        <p:spPr/>
        <p:txBody>
          <a:bodyPr/>
          <a:lstStyle/>
          <a:p>
            <a:fld id="{87B7E8B6-FB0E-40FD-8E4F-0ECF4A475D7E}" type="datetime1">
              <a:rPr lang="it-CH" smtClean="0"/>
              <a:t>05.06.2025</a:t>
            </a:fld>
            <a:endParaRPr lang="it-IT"/>
          </a:p>
        </p:txBody>
      </p:sp>
      <p:sp>
        <p:nvSpPr>
          <p:cNvPr id="4" name="Footer Placeholder 3">
            <a:extLst>
              <a:ext uri="{FF2B5EF4-FFF2-40B4-BE49-F238E27FC236}">
                <a16:creationId xmlns:a16="http://schemas.microsoft.com/office/drawing/2014/main" id="{059BADB8-42E5-D634-AF9B-8ACDD4914431}"/>
              </a:ext>
            </a:extLst>
          </p:cNvPr>
          <p:cNvSpPr>
            <a:spLocks noGrp="1"/>
          </p:cNvSpPr>
          <p:nvPr>
            <p:ph type="ftr" sz="quarter" idx="11"/>
          </p:nvPr>
        </p:nvSpPr>
        <p:spPr/>
        <p:txBody>
          <a:bodyPr/>
          <a:lstStyle/>
          <a:p>
            <a:r>
              <a:rPr lang="it-IT"/>
              <a:t>Group 06 - task manager</a:t>
            </a:r>
          </a:p>
        </p:txBody>
      </p:sp>
      <p:sp>
        <p:nvSpPr>
          <p:cNvPr id="5" name="Slide Number Placeholder 4">
            <a:extLst>
              <a:ext uri="{FF2B5EF4-FFF2-40B4-BE49-F238E27FC236}">
                <a16:creationId xmlns:a16="http://schemas.microsoft.com/office/drawing/2014/main" id="{78D5F8C1-89DA-C74C-82CD-5A9E9F705944}"/>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6031197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889205-30BB-FDB8-84BD-7FEBC99D26F1}"/>
              </a:ext>
            </a:extLst>
          </p:cNvPr>
          <p:cNvSpPr>
            <a:spLocks noGrp="1"/>
          </p:cNvSpPr>
          <p:nvPr>
            <p:ph type="dt" sz="half" idx="10"/>
          </p:nvPr>
        </p:nvSpPr>
        <p:spPr/>
        <p:txBody>
          <a:bodyPr/>
          <a:lstStyle/>
          <a:p>
            <a:fld id="{A7828783-DBBD-4888-A915-A3344A191F57}" type="datetime1">
              <a:rPr lang="it-CH" smtClean="0"/>
              <a:t>05.06.2025</a:t>
            </a:fld>
            <a:endParaRPr lang="it-IT"/>
          </a:p>
        </p:txBody>
      </p:sp>
      <p:sp>
        <p:nvSpPr>
          <p:cNvPr id="3" name="Footer Placeholder 2">
            <a:extLst>
              <a:ext uri="{FF2B5EF4-FFF2-40B4-BE49-F238E27FC236}">
                <a16:creationId xmlns:a16="http://schemas.microsoft.com/office/drawing/2014/main" id="{BC6D5484-6EC1-42AC-3823-A1F530FB4BB9}"/>
              </a:ext>
            </a:extLst>
          </p:cNvPr>
          <p:cNvSpPr>
            <a:spLocks noGrp="1"/>
          </p:cNvSpPr>
          <p:nvPr>
            <p:ph type="ftr" sz="quarter" idx="11"/>
          </p:nvPr>
        </p:nvSpPr>
        <p:spPr/>
        <p:txBody>
          <a:bodyPr/>
          <a:lstStyle/>
          <a:p>
            <a:r>
              <a:rPr lang="it-IT"/>
              <a:t>Group 06 - task manager</a:t>
            </a:r>
          </a:p>
        </p:txBody>
      </p:sp>
      <p:sp>
        <p:nvSpPr>
          <p:cNvPr id="4" name="Slide Number Placeholder 3">
            <a:extLst>
              <a:ext uri="{FF2B5EF4-FFF2-40B4-BE49-F238E27FC236}">
                <a16:creationId xmlns:a16="http://schemas.microsoft.com/office/drawing/2014/main" id="{863DBCE8-0FDD-84EF-05E1-1237DE010A5E}"/>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31291877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E61F0-3726-4908-83AD-2F22A54F55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t-IT"/>
          </a:p>
        </p:txBody>
      </p:sp>
      <p:sp>
        <p:nvSpPr>
          <p:cNvPr id="3" name="Content Placeholder 2">
            <a:extLst>
              <a:ext uri="{FF2B5EF4-FFF2-40B4-BE49-F238E27FC236}">
                <a16:creationId xmlns:a16="http://schemas.microsoft.com/office/drawing/2014/main" id="{36856E5C-75EB-8838-0C0C-3A2332C02B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Text Placeholder 3">
            <a:extLst>
              <a:ext uri="{FF2B5EF4-FFF2-40B4-BE49-F238E27FC236}">
                <a16:creationId xmlns:a16="http://schemas.microsoft.com/office/drawing/2014/main" id="{C75177C5-D1D2-49BD-E08F-F1B2D49DEC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E12F61-CF2E-EEB0-CFC0-BC843AB67FFA}"/>
              </a:ext>
            </a:extLst>
          </p:cNvPr>
          <p:cNvSpPr>
            <a:spLocks noGrp="1"/>
          </p:cNvSpPr>
          <p:nvPr>
            <p:ph type="dt" sz="half" idx="10"/>
          </p:nvPr>
        </p:nvSpPr>
        <p:spPr/>
        <p:txBody>
          <a:bodyPr/>
          <a:lstStyle/>
          <a:p>
            <a:fld id="{B6886588-E640-4D88-B670-299C66E7EE22}" type="datetime1">
              <a:rPr lang="it-CH" smtClean="0"/>
              <a:t>05.06.2025</a:t>
            </a:fld>
            <a:endParaRPr lang="it-IT"/>
          </a:p>
        </p:txBody>
      </p:sp>
      <p:sp>
        <p:nvSpPr>
          <p:cNvPr id="6" name="Footer Placeholder 5">
            <a:extLst>
              <a:ext uri="{FF2B5EF4-FFF2-40B4-BE49-F238E27FC236}">
                <a16:creationId xmlns:a16="http://schemas.microsoft.com/office/drawing/2014/main" id="{2F361A1D-EC9D-047D-7D99-835113721AA2}"/>
              </a:ext>
            </a:extLst>
          </p:cNvPr>
          <p:cNvSpPr>
            <a:spLocks noGrp="1"/>
          </p:cNvSpPr>
          <p:nvPr>
            <p:ph type="ftr" sz="quarter" idx="11"/>
          </p:nvPr>
        </p:nvSpPr>
        <p:spPr/>
        <p:txBody>
          <a:bodyPr/>
          <a:lstStyle/>
          <a:p>
            <a:r>
              <a:rPr lang="it-IT"/>
              <a:t>Group 06 - task manager</a:t>
            </a:r>
          </a:p>
        </p:txBody>
      </p:sp>
      <p:sp>
        <p:nvSpPr>
          <p:cNvPr id="7" name="Slide Number Placeholder 6">
            <a:extLst>
              <a:ext uri="{FF2B5EF4-FFF2-40B4-BE49-F238E27FC236}">
                <a16:creationId xmlns:a16="http://schemas.microsoft.com/office/drawing/2014/main" id="{91F79C20-0236-913F-3C8B-E17E517AF044}"/>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3622105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50F65-D688-72B2-2A04-A9E27DA8F3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t-IT"/>
          </a:p>
        </p:txBody>
      </p:sp>
      <p:sp>
        <p:nvSpPr>
          <p:cNvPr id="3" name="Picture Placeholder 2">
            <a:extLst>
              <a:ext uri="{FF2B5EF4-FFF2-40B4-BE49-F238E27FC236}">
                <a16:creationId xmlns:a16="http://schemas.microsoft.com/office/drawing/2014/main" id="{0D6E6C14-7E8C-9F85-2C48-A0510E6143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Text Placeholder 3">
            <a:extLst>
              <a:ext uri="{FF2B5EF4-FFF2-40B4-BE49-F238E27FC236}">
                <a16:creationId xmlns:a16="http://schemas.microsoft.com/office/drawing/2014/main" id="{8711DF00-9119-B5C3-0470-573274491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907FE0-DA29-D244-0721-636E1C1DFEA0}"/>
              </a:ext>
            </a:extLst>
          </p:cNvPr>
          <p:cNvSpPr>
            <a:spLocks noGrp="1"/>
          </p:cNvSpPr>
          <p:nvPr>
            <p:ph type="dt" sz="half" idx="10"/>
          </p:nvPr>
        </p:nvSpPr>
        <p:spPr/>
        <p:txBody>
          <a:bodyPr/>
          <a:lstStyle/>
          <a:p>
            <a:fld id="{F5803C06-74CF-4055-B22B-34BA16913502}" type="datetime1">
              <a:rPr lang="it-CH" smtClean="0"/>
              <a:t>05.06.2025</a:t>
            </a:fld>
            <a:endParaRPr lang="it-IT"/>
          </a:p>
        </p:txBody>
      </p:sp>
      <p:sp>
        <p:nvSpPr>
          <p:cNvPr id="6" name="Footer Placeholder 5">
            <a:extLst>
              <a:ext uri="{FF2B5EF4-FFF2-40B4-BE49-F238E27FC236}">
                <a16:creationId xmlns:a16="http://schemas.microsoft.com/office/drawing/2014/main" id="{1EEB8BEB-4368-DC0E-8480-DD14432202B2}"/>
              </a:ext>
            </a:extLst>
          </p:cNvPr>
          <p:cNvSpPr>
            <a:spLocks noGrp="1"/>
          </p:cNvSpPr>
          <p:nvPr>
            <p:ph type="ftr" sz="quarter" idx="11"/>
          </p:nvPr>
        </p:nvSpPr>
        <p:spPr/>
        <p:txBody>
          <a:bodyPr/>
          <a:lstStyle/>
          <a:p>
            <a:r>
              <a:rPr lang="it-IT"/>
              <a:t>Group 06 - task manager</a:t>
            </a:r>
          </a:p>
        </p:txBody>
      </p:sp>
      <p:sp>
        <p:nvSpPr>
          <p:cNvPr id="7" name="Slide Number Placeholder 6">
            <a:extLst>
              <a:ext uri="{FF2B5EF4-FFF2-40B4-BE49-F238E27FC236}">
                <a16:creationId xmlns:a16="http://schemas.microsoft.com/office/drawing/2014/main" id="{984A5E93-5F1B-1F18-43FE-B36509A80328}"/>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66955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670CD-E9CF-088B-8CC5-B108F0356FE1}"/>
              </a:ext>
            </a:extLst>
          </p:cNvPr>
          <p:cNvSpPr>
            <a:spLocks noGrp="1"/>
          </p:cNvSpPr>
          <p:nvPr>
            <p:ph type="title"/>
          </p:nvPr>
        </p:nvSpPr>
        <p:spPr/>
        <p:txBody>
          <a:bodyPr/>
          <a:lstStyle/>
          <a:p>
            <a:r>
              <a:rPr lang="en-US"/>
              <a:t>Click to edit Master title style</a:t>
            </a:r>
            <a:endParaRPr lang="it-IT"/>
          </a:p>
        </p:txBody>
      </p:sp>
      <p:sp>
        <p:nvSpPr>
          <p:cNvPr id="3" name="Vertical Text Placeholder 2">
            <a:extLst>
              <a:ext uri="{FF2B5EF4-FFF2-40B4-BE49-F238E27FC236}">
                <a16:creationId xmlns:a16="http://schemas.microsoft.com/office/drawing/2014/main" id="{C26157C0-700E-B4C1-30FC-FB950480C7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a:extLst>
              <a:ext uri="{FF2B5EF4-FFF2-40B4-BE49-F238E27FC236}">
                <a16:creationId xmlns:a16="http://schemas.microsoft.com/office/drawing/2014/main" id="{90894354-6CA7-AC33-7AEE-757865E9BE78}"/>
              </a:ext>
            </a:extLst>
          </p:cNvPr>
          <p:cNvSpPr>
            <a:spLocks noGrp="1"/>
          </p:cNvSpPr>
          <p:nvPr>
            <p:ph type="dt" sz="half" idx="10"/>
          </p:nvPr>
        </p:nvSpPr>
        <p:spPr/>
        <p:txBody>
          <a:bodyPr/>
          <a:lstStyle/>
          <a:p>
            <a:fld id="{192D23E6-5703-4C5E-90FC-8DE3690DE993}" type="datetime1">
              <a:rPr lang="it-CH" smtClean="0"/>
              <a:t>05.06.2025</a:t>
            </a:fld>
            <a:endParaRPr lang="it-IT"/>
          </a:p>
        </p:txBody>
      </p:sp>
      <p:sp>
        <p:nvSpPr>
          <p:cNvPr id="5" name="Footer Placeholder 4">
            <a:extLst>
              <a:ext uri="{FF2B5EF4-FFF2-40B4-BE49-F238E27FC236}">
                <a16:creationId xmlns:a16="http://schemas.microsoft.com/office/drawing/2014/main" id="{3AA102DC-0473-927F-34DF-A9E1E778EE36}"/>
              </a:ext>
            </a:extLst>
          </p:cNvPr>
          <p:cNvSpPr>
            <a:spLocks noGrp="1"/>
          </p:cNvSpPr>
          <p:nvPr>
            <p:ph type="ftr" sz="quarter" idx="11"/>
          </p:nvPr>
        </p:nvSpPr>
        <p:spPr/>
        <p:txBody>
          <a:bodyPr/>
          <a:lstStyle/>
          <a:p>
            <a:r>
              <a:rPr lang="it-IT"/>
              <a:t>Group 06 - task manager</a:t>
            </a:r>
          </a:p>
        </p:txBody>
      </p:sp>
      <p:sp>
        <p:nvSpPr>
          <p:cNvPr id="6" name="Slide Number Placeholder 5">
            <a:extLst>
              <a:ext uri="{FF2B5EF4-FFF2-40B4-BE49-F238E27FC236}">
                <a16:creationId xmlns:a16="http://schemas.microsoft.com/office/drawing/2014/main" id="{B72BE35C-0D43-F040-30F1-44533E3001ED}"/>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4118791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34713A-AE93-11CB-673E-EC6C2036C7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it-IT"/>
          </a:p>
        </p:txBody>
      </p:sp>
      <p:sp>
        <p:nvSpPr>
          <p:cNvPr id="3" name="Vertical Text Placeholder 2">
            <a:extLst>
              <a:ext uri="{FF2B5EF4-FFF2-40B4-BE49-F238E27FC236}">
                <a16:creationId xmlns:a16="http://schemas.microsoft.com/office/drawing/2014/main" id="{36CAECBD-64FD-B546-0371-7AABBF59B5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a:extLst>
              <a:ext uri="{FF2B5EF4-FFF2-40B4-BE49-F238E27FC236}">
                <a16:creationId xmlns:a16="http://schemas.microsoft.com/office/drawing/2014/main" id="{8F1D20A3-3A60-ED45-806B-F3F4DF6DBEE5}"/>
              </a:ext>
            </a:extLst>
          </p:cNvPr>
          <p:cNvSpPr>
            <a:spLocks noGrp="1"/>
          </p:cNvSpPr>
          <p:nvPr>
            <p:ph type="dt" sz="half" idx="10"/>
          </p:nvPr>
        </p:nvSpPr>
        <p:spPr/>
        <p:txBody>
          <a:bodyPr/>
          <a:lstStyle/>
          <a:p>
            <a:fld id="{8C9CB730-CE44-4C3F-9EE9-90B258433759}" type="datetime1">
              <a:rPr lang="it-CH" smtClean="0"/>
              <a:t>05.06.2025</a:t>
            </a:fld>
            <a:endParaRPr lang="it-IT"/>
          </a:p>
        </p:txBody>
      </p:sp>
      <p:sp>
        <p:nvSpPr>
          <p:cNvPr id="5" name="Footer Placeholder 4">
            <a:extLst>
              <a:ext uri="{FF2B5EF4-FFF2-40B4-BE49-F238E27FC236}">
                <a16:creationId xmlns:a16="http://schemas.microsoft.com/office/drawing/2014/main" id="{6A2A884E-7A2B-174A-671F-3B472F61F375}"/>
              </a:ext>
            </a:extLst>
          </p:cNvPr>
          <p:cNvSpPr>
            <a:spLocks noGrp="1"/>
          </p:cNvSpPr>
          <p:nvPr>
            <p:ph type="ftr" sz="quarter" idx="11"/>
          </p:nvPr>
        </p:nvSpPr>
        <p:spPr/>
        <p:txBody>
          <a:bodyPr/>
          <a:lstStyle/>
          <a:p>
            <a:r>
              <a:rPr lang="it-IT"/>
              <a:t>Group 06 - task manager</a:t>
            </a:r>
          </a:p>
        </p:txBody>
      </p:sp>
      <p:sp>
        <p:nvSpPr>
          <p:cNvPr id="6" name="Slide Number Placeholder 5">
            <a:extLst>
              <a:ext uri="{FF2B5EF4-FFF2-40B4-BE49-F238E27FC236}">
                <a16:creationId xmlns:a16="http://schemas.microsoft.com/office/drawing/2014/main" id="{D5A80DDB-D655-4465-5CB2-F6D2FFFA3469}"/>
              </a:ext>
            </a:extLst>
          </p:cNvPr>
          <p:cNvSpPr>
            <a:spLocks noGrp="1"/>
          </p:cNvSpPr>
          <p:nvPr>
            <p:ph type="sldNum" sz="quarter" idx="12"/>
          </p:nvPr>
        </p:nvSpPr>
        <p:spPr/>
        <p:txBody>
          <a:bodyPr/>
          <a:lstStyle/>
          <a:p>
            <a:fld id="{843938AD-E8B4-418B-BEE9-061796FCD35F}" type="slidenum">
              <a:rPr lang="it-IT" smtClean="0"/>
              <a:t>‹#›</a:t>
            </a:fld>
            <a:endParaRPr lang="it-IT"/>
          </a:p>
        </p:txBody>
      </p:sp>
    </p:spTree>
    <p:extLst>
      <p:ext uri="{BB962C8B-B14F-4D97-AF65-F5344CB8AC3E}">
        <p14:creationId xmlns:p14="http://schemas.microsoft.com/office/powerpoint/2010/main" val="1705748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01322D32-AA69-4C5A-0838-1AC3E8CCA6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it-CH"/>
          </a:p>
        </p:txBody>
      </p:sp>
      <p:sp>
        <p:nvSpPr>
          <p:cNvPr id="3" name="Segnaposto testo 2">
            <a:extLst>
              <a:ext uri="{FF2B5EF4-FFF2-40B4-BE49-F238E27FC236}">
                <a16:creationId xmlns:a16="http://schemas.microsoft.com/office/drawing/2014/main" id="{44D241DB-3AA5-F154-B2E7-FA33FF0EC8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it-CH"/>
          </a:p>
        </p:txBody>
      </p:sp>
      <p:sp>
        <p:nvSpPr>
          <p:cNvPr id="4" name="Segnaposto data 3">
            <a:extLst>
              <a:ext uri="{FF2B5EF4-FFF2-40B4-BE49-F238E27FC236}">
                <a16:creationId xmlns:a16="http://schemas.microsoft.com/office/drawing/2014/main" id="{F9575811-A27E-F81E-C1E7-7C6148AB7C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E7FA21-8818-4FF4-B736-9113DB756DD3}" type="datetime1">
              <a:rPr lang="it-CH" smtClean="0"/>
              <a:t>05.06.2025</a:t>
            </a:fld>
            <a:endParaRPr lang="it-CH"/>
          </a:p>
        </p:txBody>
      </p:sp>
      <p:sp>
        <p:nvSpPr>
          <p:cNvPr id="5" name="Segnaposto piè di pagina 4">
            <a:extLst>
              <a:ext uri="{FF2B5EF4-FFF2-40B4-BE49-F238E27FC236}">
                <a16:creationId xmlns:a16="http://schemas.microsoft.com/office/drawing/2014/main" id="{4DA9F3DE-8E07-E3F8-DE98-7CD1B6FA83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it-CH"/>
              <a:t>Group 06 - task manager</a:t>
            </a:r>
          </a:p>
        </p:txBody>
      </p:sp>
      <p:sp>
        <p:nvSpPr>
          <p:cNvPr id="6" name="Segnaposto numero diapositiva 5">
            <a:extLst>
              <a:ext uri="{FF2B5EF4-FFF2-40B4-BE49-F238E27FC236}">
                <a16:creationId xmlns:a16="http://schemas.microsoft.com/office/drawing/2014/main" id="{73323581-83EE-105B-FC65-059F99E777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B84523-820D-4965-B47E-17F917200B06}" type="slidenum">
              <a:rPr lang="it-CH" smtClean="0"/>
              <a:t>‹#›</a:t>
            </a:fld>
            <a:endParaRPr lang="it-CH"/>
          </a:p>
        </p:txBody>
      </p:sp>
    </p:spTree>
    <p:extLst>
      <p:ext uri="{BB962C8B-B14F-4D97-AF65-F5344CB8AC3E}">
        <p14:creationId xmlns:p14="http://schemas.microsoft.com/office/powerpoint/2010/main" val="3550406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D1921-9A34-61A4-A29F-CFFF2AB2B0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t-IT"/>
          </a:p>
        </p:txBody>
      </p:sp>
      <p:sp>
        <p:nvSpPr>
          <p:cNvPr id="3" name="Text Placeholder 2">
            <a:extLst>
              <a:ext uri="{FF2B5EF4-FFF2-40B4-BE49-F238E27FC236}">
                <a16:creationId xmlns:a16="http://schemas.microsoft.com/office/drawing/2014/main" id="{5D546C6A-FBF6-8013-19C2-4A0BF1CCD9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a:extLst>
              <a:ext uri="{FF2B5EF4-FFF2-40B4-BE49-F238E27FC236}">
                <a16:creationId xmlns:a16="http://schemas.microsoft.com/office/drawing/2014/main" id="{362C3962-45B4-AFC8-2FCD-675617A643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BD3A05-B9DF-4859-BD21-6AC7BAD41347}" type="datetime1">
              <a:rPr lang="it-CH" smtClean="0"/>
              <a:t>05.06.2025</a:t>
            </a:fld>
            <a:endParaRPr lang="it-IT"/>
          </a:p>
        </p:txBody>
      </p:sp>
      <p:sp>
        <p:nvSpPr>
          <p:cNvPr id="5" name="Footer Placeholder 4">
            <a:extLst>
              <a:ext uri="{FF2B5EF4-FFF2-40B4-BE49-F238E27FC236}">
                <a16:creationId xmlns:a16="http://schemas.microsoft.com/office/drawing/2014/main" id="{63D3C564-25D3-971D-D53F-8AFC75C871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it-IT"/>
              <a:t>Group 06 - task manager</a:t>
            </a:r>
          </a:p>
        </p:txBody>
      </p:sp>
      <p:sp>
        <p:nvSpPr>
          <p:cNvPr id="6" name="Slide Number Placeholder 5">
            <a:extLst>
              <a:ext uri="{FF2B5EF4-FFF2-40B4-BE49-F238E27FC236}">
                <a16:creationId xmlns:a16="http://schemas.microsoft.com/office/drawing/2014/main" id="{7248135B-C365-3376-1666-B25CA59F12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3938AD-E8B4-418B-BEE9-061796FCD35F}" type="slidenum">
              <a:rPr lang="it-IT" smtClean="0"/>
              <a:t>‹#›</a:t>
            </a:fld>
            <a:endParaRPr lang="it-IT"/>
          </a:p>
        </p:txBody>
      </p:sp>
    </p:spTree>
    <p:extLst>
      <p:ext uri="{BB962C8B-B14F-4D97-AF65-F5344CB8AC3E}">
        <p14:creationId xmlns:p14="http://schemas.microsoft.com/office/powerpoint/2010/main" val="1719958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1798CEE-7762-5545-B0E3-07710D6B27F8}"/>
              </a:ext>
            </a:extLst>
          </p:cNvPr>
          <p:cNvSpPr/>
          <p:nvPr/>
        </p:nvSpPr>
        <p:spPr>
          <a:xfrm>
            <a:off x="-143691" y="-261257"/>
            <a:ext cx="12475028" cy="7289074"/>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Graphic 3" descr="Cloud Computing outline">
            <a:extLst>
              <a:ext uri="{FF2B5EF4-FFF2-40B4-BE49-F238E27FC236}">
                <a16:creationId xmlns:a16="http://schemas.microsoft.com/office/drawing/2014/main" id="{1DFF6AB0-2BD5-A9CA-02D3-ADC81EDAA2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3647659" y="-460929"/>
            <a:ext cx="7915275" cy="7915275"/>
          </a:xfrm>
          <a:prstGeom prst="rect">
            <a:avLst/>
          </a:prstGeom>
        </p:spPr>
      </p:pic>
      <p:sp>
        <p:nvSpPr>
          <p:cNvPr id="2" name="TextBox 1">
            <a:extLst>
              <a:ext uri="{FF2B5EF4-FFF2-40B4-BE49-F238E27FC236}">
                <a16:creationId xmlns:a16="http://schemas.microsoft.com/office/drawing/2014/main" id="{78EA581F-8B3C-8E0D-3680-316532492726}"/>
              </a:ext>
            </a:extLst>
          </p:cNvPr>
          <p:cNvSpPr txBox="1"/>
          <p:nvPr/>
        </p:nvSpPr>
        <p:spPr>
          <a:xfrm>
            <a:off x="1542654" y="2568130"/>
            <a:ext cx="8368315" cy="769441"/>
          </a:xfrm>
          <a:prstGeom prst="rect">
            <a:avLst/>
          </a:prstGeom>
          <a:noFill/>
        </p:spPr>
        <p:txBody>
          <a:bodyPr wrap="square" rtlCol="0">
            <a:spAutoFit/>
          </a:bodyPr>
          <a:lstStyle/>
          <a:p>
            <a:pPr algn="ctr"/>
            <a:r>
              <a:rPr lang="en-GB" sz="4400" b="1">
                <a:solidFill>
                  <a:schemeClr val="bg1"/>
                </a:solidFill>
              </a:rPr>
              <a:t>Web Service – Task Manager</a:t>
            </a:r>
            <a:endParaRPr lang="it-IT" sz="4400" b="1">
              <a:solidFill>
                <a:schemeClr val="bg1"/>
              </a:solidFill>
            </a:endParaRPr>
          </a:p>
        </p:txBody>
      </p:sp>
      <p:sp>
        <p:nvSpPr>
          <p:cNvPr id="10" name="TextBox 9">
            <a:extLst>
              <a:ext uri="{FF2B5EF4-FFF2-40B4-BE49-F238E27FC236}">
                <a16:creationId xmlns:a16="http://schemas.microsoft.com/office/drawing/2014/main" id="{2FBC6FE2-312A-21B1-3204-AA0500654D5A}"/>
              </a:ext>
            </a:extLst>
          </p:cNvPr>
          <p:cNvSpPr txBox="1"/>
          <p:nvPr/>
        </p:nvSpPr>
        <p:spPr>
          <a:xfrm>
            <a:off x="2138887" y="3512728"/>
            <a:ext cx="2768557" cy="646331"/>
          </a:xfrm>
          <a:prstGeom prst="rect">
            <a:avLst/>
          </a:prstGeom>
          <a:noFill/>
        </p:spPr>
        <p:txBody>
          <a:bodyPr wrap="square" rtlCol="0">
            <a:spAutoFit/>
          </a:bodyPr>
          <a:lstStyle/>
          <a:p>
            <a:r>
              <a:rPr lang="en-GB">
                <a:solidFill>
                  <a:schemeClr val="bg1"/>
                </a:solidFill>
              </a:rPr>
              <a:t>Bernacchia Alessia</a:t>
            </a:r>
          </a:p>
          <a:p>
            <a:r>
              <a:rPr lang="en-GB">
                <a:solidFill>
                  <a:schemeClr val="bg1"/>
                </a:solidFill>
              </a:rPr>
              <a:t>Sergio Fernandez Diz</a:t>
            </a:r>
            <a:endParaRPr lang="it-IT">
              <a:solidFill>
                <a:schemeClr val="bg1"/>
              </a:solidFill>
            </a:endParaRPr>
          </a:p>
        </p:txBody>
      </p:sp>
      <p:sp>
        <p:nvSpPr>
          <p:cNvPr id="12" name="Rectangle 11">
            <a:extLst>
              <a:ext uri="{FF2B5EF4-FFF2-40B4-BE49-F238E27FC236}">
                <a16:creationId xmlns:a16="http://schemas.microsoft.com/office/drawing/2014/main" id="{DE751D0A-7219-B6FE-B162-0887AE7EB929}"/>
              </a:ext>
            </a:extLst>
          </p:cNvPr>
          <p:cNvSpPr/>
          <p:nvPr/>
        </p:nvSpPr>
        <p:spPr>
          <a:xfrm>
            <a:off x="11777869" y="-2228416"/>
            <a:ext cx="2932611" cy="1867323"/>
          </a:xfrm>
          <a:prstGeom prst="rect">
            <a:avLst/>
          </a:prstGeom>
          <a:noFill/>
          <a:ln w="1143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Rectangle: Rounded Corners 21">
            <a:extLst>
              <a:ext uri="{FF2B5EF4-FFF2-40B4-BE49-F238E27FC236}">
                <a16:creationId xmlns:a16="http://schemas.microsoft.com/office/drawing/2014/main" id="{C320B90A-BC76-4021-DAD4-C1D1E20C0BA7}"/>
              </a:ext>
            </a:extLst>
          </p:cNvPr>
          <p:cNvSpPr/>
          <p:nvPr/>
        </p:nvSpPr>
        <p:spPr>
          <a:xfrm>
            <a:off x="6092687" y="11400918"/>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problems does it solve?</a:t>
            </a:r>
            <a:endParaRPr lang="it-IT" sz="2000" b="1">
              <a:solidFill>
                <a:sysClr val="windowText" lastClr="000000"/>
              </a:solidFill>
            </a:endParaRPr>
          </a:p>
        </p:txBody>
      </p:sp>
      <p:cxnSp>
        <p:nvCxnSpPr>
          <p:cNvPr id="23" name="Straight Connector 22">
            <a:extLst>
              <a:ext uri="{FF2B5EF4-FFF2-40B4-BE49-F238E27FC236}">
                <a16:creationId xmlns:a16="http://schemas.microsoft.com/office/drawing/2014/main" id="{9F45E226-2AA0-DCAA-DF3B-42778E528B95}"/>
              </a:ext>
            </a:extLst>
          </p:cNvPr>
          <p:cNvCxnSpPr>
            <a:cxnSpLocks/>
          </p:cNvCxnSpPr>
          <p:nvPr/>
        </p:nvCxnSpPr>
        <p:spPr>
          <a:xfrm>
            <a:off x="6631013" y="2625736"/>
            <a:ext cx="2187464" cy="954157"/>
          </a:xfrm>
          <a:prstGeom prst="line">
            <a:avLst/>
          </a:prstGeom>
          <a:ln>
            <a:noFill/>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42AEE265-1176-18A1-FEE1-1F4D04C25167}"/>
              </a:ext>
            </a:extLst>
          </p:cNvPr>
          <p:cNvSpPr/>
          <p:nvPr/>
        </p:nvSpPr>
        <p:spPr>
          <a:xfrm>
            <a:off x="9902687" y="-2435456"/>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How does it interact with users and data?</a:t>
            </a:r>
            <a:endParaRPr lang="it-IT" sz="2000" b="1">
              <a:solidFill>
                <a:sysClr val="windowText" lastClr="000000"/>
              </a:solidFill>
            </a:endParaRPr>
          </a:p>
        </p:txBody>
      </p:sp>
      <p:sp>
        <p:nvSpPr>
          <p:cNvPr id="25" name="Rectangle: Rounded Corners 24">
            <a:extLst>
              <a:ext uri="{FF2B5EF4-FFF2-40B4-BE49-F238E27FC236}">
                <a16:creationId xmlns:a16="http://schemas.microsoft.com/office/drawing/2014/main" id="{1C3E2313-7B26-8A11-4AA3-0BFB018521DF}"/>
              </a:ext>
            </a:extLst>
          </p:cNvPr>
          <p:cNvSpPr/>
          <p:nvPr/>
        </p:nvSpPr>
        <p:spPr>
          <a:xfrm>
            <a:off x="13089399" y="2391649"/>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Who would benefit from it?</a:t>
            </a:r>
            <a:endParaRPr lang="it-IT" sz="2000" b="1">
              <a:solidFill>
                <a:sysClr val="windowText" lastClr="000000"/>
              </a:solidFill>
            </a:endParaRPr>
          </a:p>
        </p:txBody>
      </p:sp>
      <p:sp>
        <p:nvSpPr>
          <p:cNvPr id="26" name="Rectangle: Rounded Corners 25">
            <a:extLst>
              <a:ext uri="{FF2B5EF4-FFF2-40B4-BE49-F238E27FC236}">
                <a16:creationId xmlns:a16="http://schemas.microsoft.com/office/drawing/2014/main" id="{61FF3481-9921-DBD9-7E58-EF013C24A58D}"/>
              </a:ext>
            </a:extLst>
          </p:cNvPr>
          <p:cNvSpPr/>
          <p:nvPr/>
        </p:nvSpPr>
        <p:spPr>
          <a:xfrm>
            <a:off x="1884400" y="-2150507"/>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is our web service?</a:t>
            </a:r>
            <a:endParaRPr lang="it-IT" sz="2000" b="1">
              <a:solidFill>
                <a:sysClr val="windowText" lastClr="000000"/>
              </a:solidFill>
            </a:endParaRPr>
          </a:p>
        </p:txBody>
      </p:sp>
      <p:sp>
        <p:nvSpPr>
          <p:cNvPr id="27" name="Rectangle: Rounded Corners 26">
            <a:extLst>
              <a:ext uri="{FF2B5EF4-FFF2-40B4-BE49-F238E27FC236}">
                <a16:creationId xmlns:a16="http://schemas.microsoft.com/office/drawing/2014/main" id="{D7948CA9-65B1-9486-997E-2623D23BED1F}"/>
              </a:ext>
            </a:extLst>
          </p:cNvPr>
          <p:cNvSpPr/>
          <p:nvPr/>
        </p:nvSpPr>
        <p:spPr>
          <a:xfrm>
            <a:off x="-3564182" y="3911045"/>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Why could it be useful?</a:t>
            </a:r>
            <a:endParaRPr lang="it-IT" sz="2000" b="1">
              <a:solidFill>
                <a:sysClr val="windowText" lastClr="000000"/>
              </a:solidFill>
            </a:endParaRPr>
          </a:p>
        </p:txBody>
      </p:sp>
      <p:sp>
        <p:nvSpPr>
          <p:cNvPr id="28" name="Rectangle: Rounded Corners 27">
            <a:extLst>
              <a:ext uri="{FF2B5EF4-FFF2-40B4-BE49-F238E27FC236}">
                <a16:creationId xmlns:a16="http://schemas.microsoft.com/office/drawing/2014/main" id="{58B8A192-6B53-59FA-3F34-2A97AEE0FD4A}"/>
              </a:ext>
            </a:extLst>
          </p:cNvPr>
          <p:cNvSpPr/>
          <p:nvPr/>
        </p:nvSpPr>
        <p:spPr>
          <a:xfrm>
            <a:off x="-16971265" y="-9913457"/>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service will it provide?</a:t>
            </a:r>
            <a:endParaRPr lang="it-IT" sz="2000" b="1">
              <a:solidFill>
                <a:sysClr val="windowText" lastClr="000000"/>
              </a:solidFill>
            </a:endParaRPr>
          </a:p>
        </p:txBody>
      </p:sp>
    </p:spTree>
    <p:extLst>
      <p:ext uri="{BB962C8B-B14F-4D97-AF65-F5344CB8AC3E}">
        <p14:creationId xmlns:p14="http://schemas.microsoft.com/office/powerpoint/2010/main" val="4075677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D45B34-B4B3-5A4C-A673-AF117CF99E5D}"/>
              </a:ext>
            </a:extLst>
          </p:cNvPr>
          <p:cNvSpPr>
            <a:spLocks noGrp="1"/>
          </p:cNvSpPr>
          <p:nvPr>
            <p:ph type="dt" sz="half" idx="10"/>
          </p:nvPr>
        </p:nvSpPr>
        <p:spPr/>
        <p:txBody>
          <a:bodyPr/>
          <a:lstStyle/>
          <a:p>
            <a:fld id="{AF14D244-3375-4C9F-BD30-C1B79BA9FCA8}" type="datetime1">
              <a:rPr lang="it-CH" smtClean="0"/>
              <a:t>05.06.2025</a:t>
            </a:fld>
            <a:endParaRPr lang="it-CH"/>
          </a:p>
        </p:txBody>
      </p:sp>
      <p:sp>
        <p:nvSpPr>
          <p:cNvPr id="3" name="Footer Placeholder 2">
            <a:extLst>
              <a:ext uri="{FF2B5EF4-FFF2-40B4-BE49-F238E27FC236}">
                <a16:creationId xmlns:a16="http://schemas.microsoft.com/office/drawing/2014/main" id="{E0CAE3A1-ABCA-CFA4-E1C3-3AD25B90A601}"/>
              </a:ext>
            </a:extLst>
          </p:cNvPr>
          <p:cNvSpPr>
            <a:spLocks noGrp="1"/>
          </p:cNvSpPr>
          <p:nvPr>
            <p:ph type="ftr" sz="quarter" idx="11"/>
          </p:nvPr>
        </p:nvSpPr>
        <p:spPr/>
        <p:txBody>
          <a:bodyPr/>
          <a:lstStyle/>
          <a:p>
            <a:r>
              <a:rPr lang="it-CH"/>
              <a:t>Group 06 - task manager</a:t>
            </a:r>
          </a:p>
        </p:txBody>
      </p:sp>
      <p:sp>
        <p:nvSpPr>
          <p:cNvPr id="19" name="Rectangle: Rounded Corners 18">
            <a:extLst>
              <a:ext uri="{FF2B5EF4-FFF2-40B4-BE49-F238E27FC236}">
                <a16:creationId xmlns:a16="http://schemas.microsoft.com/office/drawing/2014/main" id="{3CED059F-A9A1-0857-0B6D-02AC201BE0D8}"/>
              </a:ext>
            </a:extLst>
          </p:cNvPr>
          <p:cNvSpPr/>
          <p:nvPr/>
        </p:nvSpPr>
        <p:spPr>
          <a:xfrm>
            <a:off x="7463437" y="3779377"/>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problems does it solve?</a:t>
            </a:r>
            <a:endParaRPr lang="it-IT" sz="2000" b="1">
              <a:solidFill>
                <a:sysClr val="windowText" lastClr="000000"/>
              </a:solidFill>
            </a:endParaRPr>
          </a:p>
        </p:txBody>
      </p:sp>
      <p:sp>
        <p:nvSpPr>
          <p:cNvPr id="4" name="Slide Number Placeholder 3">
            <a:extLst>
              <a:ext uri="{FF2B5EF4-FFF2-40B4-BE49-F238E27FC236}">
                <a16:creationId xmlns:a16="http://schemas.microsoft.com/office/drawing/2014/main" id="{1E239A5B-097F-8F24-14F9-BE0B8A333C39}"/>
              </a:ext>
            </a:extLst>
          </p:cNvPr>
          <p:cNvSpPr>
            <a:spLocks noGrp="1"/>
          </p:cNvSpPr>
          <p:nvPr>
            <p:ph type="sldNum" sz="quarter" idx="12"/>
          </p:nvPr>
        </p:nvSpPr>
        <p:spPr/>
        <p:txBody>
          <a:bodyPr/>
          <a:lstStyle/>
          <a:p>
            <a:fld id="{09B84523-820D-4965-B47E-17F917200B06}" type="slidenum">
              <a:rPr lang="it-CH" smtClean="0"/>
              <a:t>2</a:t>
            </a:fld>
            <a:endParaRPr lang="it-CH"/>
          </a:p>
        </p:txBody>
      </p:sp>
      <p:cxnSp>
        <p:nvCxnSpPr>
          <p:cNvPr id="15" name="Straight Connector 14">
            <a:extLst>
              <a:ext uri="{FF2B5EF4-FFF2-40B4-BE49-F238E27FC236}">
                <a16:creationId xmlns:a16="http://schemas.microsoft.com/office/drawing/2014/main" id="{27CA63D9-79D9-B1BA-7321-DA26B992DFB1}"/>
              </a:ext>
            </a:extLst>
          </p:cNvPr>
          <p:cNvCxnSpPr>
            <a:cxnSpLocks/>
          </p:cNvCxnSpPr>
          <p:nvPr/>
        </p:nvCxnSpPr>
        <p:spPr>
          <a:xfrm>
            <a:off x="6631013" y="2625736"/>
            <a:ext cx="2187464" cy="954157"/>
          </a:xfrm>
          <a:prstGeom prst="line">
            <a:avLst/>
          </a:prstGeom>
          <a:ln>
            <a:noFill/>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8B594F23-4844-B4CC-9DE5-F92D956D7752}"/>
              </a:ext>
            </a:extLst>
          </p:cNvPr>
          <p:cNvSpPr/>
          <p:nvPr/>
        </p:nvSpPr>
        <p:spPr>
          <a:xfrm>
            <a:off x="8837543" y="1009274"/>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How does it interact with users and data?</a:t>
            </a:r>
            <a:endParaRPr lang="it-IT" sz="2000" b="1">
              <a:solidFill>
                <a:sysClr val="windowText" lastClr="000000"/>
              </a:solidFill>
            </a:endParaRPr>
          </a:p>
        </p:txBody>
      </p:sp>
      <p:sp>
        <p:nvSpPr>
          <p:cNvPr id="21" name="Rectangle: Rounded Corners 20">
            <a:extLst>
              <a:ext uri="{FF2B5EF4-FFF2-40B4-BE49-F238E27FC236}">
                <a16:creationId xmlns:a16="http://schemas.microsoft.com/office/drawing/2014/main" id="{4A58E691-EEC1-152B-7D30-A8A11C7D4016}"/>
              </a:ext>
            </a:extLst>
          </p:cNvPr>
          <p:cNvSpPr/>
          <p:nvPr/>
        </p:nvSpPr>
        <p:spPr>
          <a:xfrm>
            <a:off x="9457072" y="2971146"/>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Who would benefit from it?</a:t>
            </a:r>
            <a:endParaRPr lang="it-IT" sz="2000" b="1">
              <a:solidFill>
                <a:sysClr val="windowText" lastClr="000000"/>
              </a:solidFill>
            </a:endParaRPr>
          </a:p>
        </p:txBody>
      </p:sp>
      <p:pic>
        <p:nvPicPr>
          <p:cNvPr id="22" name="Graphic 21" descr="Cloud Computing outline">
            <a:extLst>
              <a:ext uri="{FF2B5EF4-FFF2-40B4-BE49-F238E27FC236}">
                <a16:creationId xmlns:a16="http://schemas.microsoft.com/office/drawing/2014/main" id="{B781C118-05A7-ED02-6E51-C2A1421D60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96827" y="837342"/>
            <a:ext cx="5183316" cy="5183316"/>
          </a:xfrm>
          <a:prstGeom prst="rect">
            <a:avLst/>
          </a:prstGeom>
        </p:spPr>
      </p:pic>
      <p:sp>
        <p:nvSpPr>
          <p:cNvPr id="24" name="Rectangle: Rounded Corners 23">
            <a:extLst>
              <a:ext uri="{FF2B5EF4-FFF2-40B4-BE49-F238E27FC236}">
                <a16:creationId xmlns:a16="http://schemas.microsoft.com/office/drawing/2014/main" id="{0EC43072-4BFE-74F1-B8F8-938BEEE96A7A}"/>
              </a:ext>
            </a:extLst>
          </p:cNvPr>
          <p:cNvSpPr/>
          <p:nvPr/>
        </p:nvSpPr>
        <p:spPr>
          <a:xfrm>
            <a:off x="5622210" y="934551"/>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is our web service?</a:t>
            </a:r>
            <a:endParaRPr lang="it-IT" sz="2000" b="1">
              <a:solidFill>
                <a:sysClr val="windowText" lastClr="000000"/>
              </a:solidFill>
            </a:endParaRPr>
          </a:p>
        </p:txBody>
      </p:sp>
      <p:sp>
        <p:nvSpPr>
          <p:cNvPr id="25" name="Rectangle: Rounded Corners 24">
            <a:extLst>
              <a:ext uri="{FF2B5EF4-FFF2-40B4-BE49-F238E27FC236}">
                <a16:creationId xmlns:a16="http://schemas.microsoft.com/office/drawing/2014/main" id="{53A7E19C-FA66-42E1-05F6-482C64E2D17E}"/>
              </a:ext>
            </a:extLst>
          </p:cNvPr>
          <p:cNvSpPr/>
          <p:nvPr/>
        </p:nvSpPr>
        <p:spPr>
          <a:xfrm>
            <a:off x="4916200" y="3131010"/>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Why could it be useful?</a:t>
            </a:r>
            <a:endParaRPr lang="it-IT" sz="2000" b="1">
              <a:solidFill>
                <a:sysClr val="windowText" lastClr="000000"/>
              </a:solidFill>
            </a:endParaRPr>
          </a:p>
        </p:txBody>
      </p:sp>
      <p:sp>
        <p:nvSpPr>
          <p:cNvPr id="26" name="Rectangle: Rounded Corners 25">
            <a:extLst>
              <a:ext uri="{FF2B5EF4-FFF2-40B4-BE49-F238E27FC236}">
                <a16:creationId xmlns:a16="http://schemas.microsoft.com/office/drawing/2014/main" id="{08D8D527-DD97-4D5C-A080-C8BA064FA403}"/>
              </a:ext>
            </a:extLst>
          </p:cNvPr>
          <p:cNvSpPr/>
          <p:nvPr/>
        </p:nvSpPr>
        <p:spPr>
          <a:xfrm>
            <a:off x="6848461" y="2294583"/>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service will it provide?</a:t>
            </a:r>
            <a:endParaRPr lang="it-IT" sz="2000" b="1">
              <a:solidFill>
                <a:sysClr val="windowText" lastClr="000000"/>
              </a:solidFill>
            </a:endParaRPr>
          </a:p>
        </p:txBody>
      </p:sp>
      <p:grpSp>
        <p:nvGrpSpPr>
          <p:cNvPr id="9" name="Group 8">
            <a:extLst>
              <a:ext uri="{FF2B5EF4-FFF2-40B4-BE49-F238E27FC236}">
                <a16:creationId xmlns:a16="http://schemas.microsoft.com/office/drawing/2014/main" id="{9A943518-A101-03CB-7169-E1BF4B228066}"/>
              </a:ext>
            </a:extLst>
          </p:cNvPr>
          <p:cNvGrpSpPr/>
          <p:nvPr/>
        </p:nvGrpSpPr>
        <p:grpSpPr>
          <a:xfrm>
            <a:off x="-6339873" y="385139"/>
            <a:ext cx="4341660" cy="5850561"/>
            <a:chOff x="8294876" y="1574370"/>
            <a:chExt cx="4341660" cy="5183315"/>
          </a:xfrm>
        </p:grpSpPr>
        <p:sp>
          <p:nvSpPr>
            <p:cNvPr id="10" name="Rectangle: Rounded Corners 9">
              <a:extLst>
                <a:ext uri="{FF2B5EF4-FFF2-40B4-BE49-F238E27FC236}">
                  <a16:creationId xmlns:a16="http://schemas.microsoft.com/office/drawing/2014/main" id="{E3A93F1F-3FDD-B286-2B48-6526C6E977BA}"/>
                </a:ext>
              </a:extLst>
            </p:cNvPr>
            <p:cNvSpPr/>
            <p:nvPr/>
          </p:nvSpPr>
          <p:spPr>
            <a:xfrm>
              <a:off x="8396726" y="1574370"/>
              <a:ext cx="4239810" cy="5183315"/>
            </a:xfrm>
            <a:prstGeom prst="roundRect">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000" b="1">
                <a:solidFill>
                  <a:sysClr val="windowText" lastClr="000000"/>
                </a:solidFill>
              </a:endParaRPr>
            </a:p>
          </p:txBody>
        </p:sp>
        <p:sp>
          <p:nvSpPr>
            <p:cNvPr id="11" name="Rectangle: Rounded Corners 10">
              <a:extLst>
                <a:ext uri="{FF2B5EF4-FFF2-40B4-BE49-F238E27FC236}">
                  <a16:creationId xmlns:a16="http://schemas.microsoft.com/office/drawing/2014/main" id="{C4DF640A-8EB2-C869-FE72-975141341D2F}"/>
                </a:ext>
              </a:extLst>
            </p:cNvPr>
            <p:cNvSpPr/>
            <p:nvPr/>
          </p:nvSpPr>
          <p:spPr>
            <a:xfrm>
              <a:off x="8294876" y="1634204"/>
              <a:ext cx="2289314" cy="1085825"/>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BACKEND</a:t>
              </a:r>
              <a:endParaRPr lang="it-IT" sz="2000" b="1">
                <a:solidFill>
                  <a:sysClr val="windowText" lastClr="000000"/>
                </a:solidFill>
              </a:endParaRPr>
            </a:p>
          </p:txBody>
        </p:sp>
      </p:grpSp>
      <p:cxnSp>
        <p:nvCxnSpPr>
          <p:cNvPr id="12" name="Straight Connector 11">
            <a:extLst>
              <a:ext uri="{FF2B5EF4-FFF2-40B4-BE49-F238E27FC236}">
                <a16:creationId xmlns:a16="http://schemas.microsoft.com/office/drawing/2014/main" id="{52425F26-0B7C-4561-0744-B8EA7CCDE772}"/>
              </a:ext>
            </a:extLst>
          </p:cNvPr>
          <p:cNvCxnSpPr>
            <a:cxnSpLocks/>
          </p:cNvCxnSpPr>
          <p:nvPr/>
        </p:nvCxnSpPr>
        <p:spPr>
          <a:xfrm>
            <a:off x="-7828550" y="2270136"/>
            <a:ext cx="2187464" cy="954157"/>
          </a:xfrm>
          <a:prstGeom prst="line">
            <a:avLst/>
          </a:prstGeom>
          <a:ln>
            <a:noFill/>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A507C1CC-1AB2-881E-B259-99A904869B12}"/>
              </a:ext>
            </a:extLst>
          </p:cNvPr>
          <p:cNvSpPr/>
          <p:nvPr/>
        </p:nvSpPr>
        <p:spPr>
          <a:xfrm>
            <a:off x="-5278305" y="1530798"/>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App</a:t>
            </a:r>
          </a:p>
          <a:p>
            <a:pPr algn="ctr"/>
            <a:r>
              <a:rPr lang="en-GB" sz="2000" b="1">
                <a:solidFill>
                  <a:sysClr val="windowText" lastClr="000000"/>
                </a:solidFill>
              </a:rPr>
              <a:t>(</a:t>
            </a:r>
            <a:r>
              <a:rPr lang="en-GB" sz="2000" b="1" i="1">
                <a:solidFill>
                  <a:sysClr val="windowText" lastClr="000000"/>
                </a:solidFill>
              </a:rPr>
              <a:t>routes</a:t>
            </a:r>
            <a:r>
              <a:rPr lang="en-GB" sz="2000" b="1">
                <a:solidFill>
                  <a:sysClr val="windowText" lastClr="000000"/>
                </a:solidFill>
              </a:rPr>
              <a:t>)</a:t>
            </a:r>
            <a:endParaRPr lang="it-IT" sz="2000" b="1">
              <a:solidFill>
                <a:sysClr val="windowText" lastClr="000000"/>
              </a:solidFill>
            </a:endParaRPr>
          </a:p>
        </p:txBody>
      </p:sp>
      <p:sp>
        <p:nvSpPr>
          <p:cNvPr id="14" name="Rectangle: Rounded Corners 13">
            <a:extLst>
              <a:ext uri="{FF2B5EF4-FFF2-40B4-BE49-F238E27FC236}">
                <a16:creationId xmlns:a16="http://schemas.microsoft.com/office/drawing/2014/main" id="{2C293E1B-E6EA-1813-C60A-6F15E7F88A29}"/>
              </a:ext>
            </a:extLst>
          </p:cNvPr>
          <p:cNvSpPr/>
          <p:nvPr/>
        </p:nvSpPr>
        <p:spPr>
          <a:xfrm>
            <a:off x="-4970818" y="4788137"/>
            <a:ext cx="1674337" cy="1085825"/>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b="1">
                <a:solidFill>
                  <a:sysClr val="windowText" lastClr="000000"/>
                </a:solidFill>
              </a:rPr>
              <a:t>database</a:t>
            </a:r>
          </a:p>
        </p:txBody>
      </p:sp>
      <p:grpSp>
        <p:nvGrpSpPr>
          <p:cNvPr id="16" name="Group 15">
            <a:extLst>
              <a:ext uri="{FF2B5EF4-FFF2-40B4-BE49-F238E27FC236}">
                <a16:creationId xmlns:a16="http://schemas.microsoft.com/office/drawing/2014/main" id="{1D7AE867-E37E-4FCA-AD5B-D86DC59F793F}"/>
              </a:ext>
            </a:extLst>
          </p:cNvPr>
          <p:cNvGrpSpPr/>
          <p:nvPr/>
        </p:nvGrpSpPr>
        <p:grpSpPr>
          <a:xfrm>
            <a:off x="-13350091" y="718884"/>
            <a:ext cx="4341660" cy="5183315"/>
            <a:chOff x="8294876" y="1574370"/>
            <a:chExt cx="4341660" cy="5183315"/>
          </a:xfrm>
        </p:grpSpPr>
        <p:sp>
          <p:nvSpPr>
            <p:cNvPr id="17" name="Rectangle: Rounded Corners 16">
              <a:extLst>
                <a:ext uri="{FF2B5EF4-FFF2-40B4-BE49-F238E27FC236}">
                  <a16:creationId xmlns:a16="http://schemas.microsoft.com/office/drawing/2014/main" id="{137A6922-9E96-9063-3083-A7407663FAE8}"/>
                </a:ext>
              </a:extLst>
            </p:cNvPr>
            <p:cNvSpPr/>
            <p:nvPr/>
          </p:nvSpPr>
          <p:spPr>
            <a:xfrm>
              <a:off x="8396726" y="1574370"/>
              <a:ext cx="4239810" cy="5183315"/>
            </a:xfrm>
            <a:prstGeom prst="roundRect">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000" b="1">
                <a:solidFill>
                  <a:sysClr val="windowText" lastClr="000000"/>
                </a:solidFill>
              </a:endParaRPr>
            </a:p>
          </p:txBody>
        </p:sp>
        <p:sp>
          <p:nvSpPr>
            <p:cNvPr id="18" name="Rectangle: Rounded Corners 17">
              <a:extLst>
                <a:ext uri="{FF2B5EF4-FFF2-40B4-BE49-F238E27FC236}">
                  <a16:creationId xmlns:a16="http://schemas.microsoft.com/office/drawing/2014/main" id="{7E88430F-0CDA-18F8-9459-A2AE42BBD23B}"/>
                </a:ext>
              </a:extLst>
            </p:cNvPr>
            <p:cNvSpPr/>
            <p:nvPr/>
          </p:nvSpPr>
          <p:spPr>
            <a:xfrm>
              <a:off x="8294876" y="1634204"/>
              <a:ext cx="2289314" cy="1085825"/>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CLIENT</a:t>
              </a:r>
              <a:endParaRPr lang="it-IT" sz="2000" b="1">
                <a:solidFill>
                  <a:sysClr val="windowText" lastClr="000000"/>
                </a:solidFill>
              </a:endParaRPr>
            </a:p>
          </p:txBody>
        </p:sp>
      </p:grpSp>
      <p:sp>
        <p:nvSpPr>
          <p:cNvPr id="23" name="Rectangle: Rounded Corners 22">
            <a:extLst>
              <a:ext uri="{FF2B5EF4-FFF2-40B4-BE49-F238E27FC236}">
                <a16:creationId xmlns:a16="http://schemas.microsoft.com/office/drawing/2014/main" id="{FE44D7DE-3BAF-DB7A-9DAF-E27EDE6CF0C8}"/>
              </a:ext>
            </a:extLst>
          </p:cNvPr>
          <p:cNvSpPr/>
          <p:nvPr/>
        </p:nvSpPr>
        <p:spPr>
          <a:xfrm>
            <a:off x="-12288523" y="1864543"/>
            <a:ext cx="2289313" cy="1616462"/>
          </a:xfrm>
          <a:prstGeom prst="roundRect">
            <a:avLst/>
          </a:prstGeom>
          <a:solidFill>
            <a:schemeClr val="accent1"/>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bg1"/>
                </a:solidFill>
              </a:rPr>
              <a:t>library</a:t>
            </a:r>
            <a:endParaRPr lang="it-IT" sz="2000" b="1">
              <a:solidFill>
                <a:schemeClr val="bg1"/>
              </a:solidFill>
            </a:endParaRPr>
          </a:p>
        </p:txBody>
      </p:sp>
      <p:sp>
        <p:nvSpPr>
          <p:cNvPr id="27" name="Rectangle: Rounded Corners 26">
            <a:extLst>
              <a:ext uri="{FF2B5EF4-FFF2-40B4-BE49-F238E27FC236}">
                <a16:creationId xmlns:a16="http://schemas.microsoft.com/office/drawing/2014/main" id="{86A410AF-4095-C914-5F88-7DC23536160C}"/>
              </a:ext>
            </a:extLst>
          </p:cNvPr>
          <p:cNvSpPr/>
          <p:nvPr/>
        </p:nvSpPr>
        <p:spPr>
          <a:xfrm>
            <a:off x="-11965504" y="4063922"/>
            <a:ext cx="1674337" cy="1085825"/>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b="1">
                <a:solidFill>
                  <a:sysClr val="windowText" lastClr="000000"/>
                </a:solidFill>
              </a:rPr>
              <a:t>demo</a:t>
            </a:r>
          </a:p>
        </p:txBody>
      </p:sp>
      <p:sp>
        <p:nvSpPr>
          <p:cNvPr id="28" name="TextBox 27">
            <a:extLst>
              <a:ext uri="{FF2B5EF4-FFF2-40B4-BE49-F238E27FC236}">
                <a16:creationId xmlns:a16="http://schemas.microsoft.com/office/drawing/2014/main" id="{540E7EA1-AA22-85E5-CB6F-A9696506ED77}"/>
              </a:ext>
            </a:extLst>
          </p:cNvPr>
          <p:cNvSpPr txBox="1"/>
          <p:nvPr/>
        </p:nvSpPr>
        <p:spPr>
          <a:xfrm>
            <a:off x="-4844850" y="3783032"/>
            <a:ext cx="1422400" cy="369332"/>
          </a:xfrm>
          <a:prstGeom prst="rect">
            <a:avLst/>
          </a:prstGeom>
          <a:noFill/>
        </p:spPr>
        <p:txBody>
          <a:bodyPr wrap="square" rtlCol="0">
            <a:spAutoFit/>
          </a:bodyPr>
          <a:lstStyle/>
          <a:p>
            <a:pPr algn="ctr"/>
            <a:r>
              <a:rPr lang="it-IT" b="1" i="1"/>
              <a:t>service</a:t>
            </a:r>
          </a:p>
        </p:txBody>
      </p:sp>
      <p:cxnSp>
        <p:nvCxnSpPr>
          <p:cNvPr id="29" name="Straight Arrow Connector 28">
            <a:extLst>
              <a:ext uri="{FF2B5EF4-FFF2-40B4-BE49-F238E27FC236}">
                <a16:creationId xmlns:a16="http://schemas.microsoft.com/office/drawing/2014/main" id="{CA67E2A6-ABD4-17DA-2BDB-0B63DD177DA3}"/>
              </a:ext>
            </a:extLst>
          </p:cNvPr>
          <p:cNvCxnSpPr>
            <a:endCxn id="14" idx="0"/>
          </p:cNvCxnSpPr>
          <p:nvPr/>
        </p:nvCxnSpPr>
        <p:spPr>
          <a:xfrm flipH="1">
            <a:off x="-4133649" y="4102100"/>
            <a:ext cx="15531" cy="686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74A7F73-49E4-6910-BCE8-85C2CBB0E7EE}"/>
              </a:ext>
            </a:extLst>
          </p:cNvPr>
          <p:cNvCxnSpPr>
            <a:stCxn id="28" idx="0"/>
            <a:endCxn id="13" idx="2"/>
          </p:cNvCxnSpPr>
          <p:nvPr/>
        </p:nvCxnSpPr>
        <p:spPr>
          <a:xfrm flipV="1">
            <a:off x="-4133650" y="3147260"/>
            <a:ext cx="2" cy="6357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3E4A3089-8C67-2F76-2082-B5692F8B0322}"/>
              </a:ext>
            </a:extLst>
          </p:cNvPr>
          <p:cNvSpPr txBox="1"/>
          <p:nvPr/>
        </p:nvSpPr>
        <p:spPr>
          <a:xfrm>
            <a:off x="-8378866" y="2987376"/>
            <a:ext cx="1422400" cy="646331"/>
          </a:xfrm>
          <a:prstGeom prst="rect">
            <a:avLst/>
          </a:prstGeom>
          <a:noFill/>
        </p:spPr>
        <p:txBody>
          <a:bodyPr wrap="square" rtlCol="0">
            <a:spAutoFit/>
          </a:bodyPr>
          <a:lstStyle/>
          <a:p>
            <a:pPr algn="ctr"/>
            <a:r>
              <a:rPr lang="it-IT" b="1" i="1"/>
              <a:t>HTTP requests</a:t>
            </a:r>
          </a:p>
        </p:txBody>
      </p:sp>
      <p:cxnSp>
        <p:nvCxnSpPr>
          <p:cNvPr id="32" name="Straight Arrow Connector 31">
            <a:extLst>
              <a:ext uri="{FF2B5EF4-FFF2-40B4-BE49-F238E27FC236}">
                <a16:creationId xmlns:a16="http://schemas.microsoft.com/office/drawing/2014/main" id="{A7634FB5-92DA-9796-1AC8-41D273B07674}"/>
              </a:ext>
            </a:extLst>
          </p:cNvPr>
          <p:cNvCxnSpPr>
            <a:cxnSpLocks/>
            <a:stCxn id="31" idx="1"/>
          </p:cNvCxnSpPr>
          <p:nvPr/>
        </p:nvCxnSpPr>
        <p:spPr>
          <a:xfrm flipH="1">
            <a:off x="-9008431" y="3310542"/>
            <a:ext cx="6295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E1C46FD-2E7A-DCCC-C4D9-2072FC9D2D4D}"/>
              </a:ext>
            </a:extLst>
          </p:cNvPr>
          <p:cNvCxnSpPr>
            <a:cxnSpLocks/>
            <a:stCxn id="31" idx="3"/>
          </p:cNvCxnSpPr>
          <p:nvPr/>
        </p:nvCxnSpPr>
        <p:spPr>
          <a:xfrm flipV="1">
            <a:off x="-6956466" y="3310420"/>
            <a:ext cx="718443" cy="1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A2D5D70A-6C41-AEB0-5464-6EFABF450DAE}"/>
              </a:ext>
            </a:extLst>
          </p:cNvPr>
          <p:cNvCxnSpPr>
            <a:stCxn id="23" idx="2"/>
            <a:endCxn id="27" idx="0"/>
          </p:cNvCxnSpPr>
          <p:nvPr/>
        </p:nvCxnSpPr>
        <p:spPr>
          <a:xfrm>
            <a:off x="-11143866" y="3481005"/>
            <a:ext cx="15531" cy="58291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2720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D727A-3388-BF57-6EF9-691A3CC1E8CB}"/>
            </a:ext>
          </a:extLst>
        </p:cNvPr>
        <p:cNvGrpSpPr/>
        <p:nvPr/>
      </p:nvGrpSpPr>
      <p:grpSpPr>
        <a:xfrm>
          <a:off x="0" y="0"/>
          <a:ext cx="0" cy="0"/>
          <a:chOff x="0" y="0"/>
          <a:chExt cx="0" cy="0"/>
        </a:xfrm>
      </p:grpSpPr>
      <p:sp>
        <p:nvSpPr>
          <p:cNvPr id="47" name="Rectangle: Rounded Corners 46">
            <a:extLst>
              <a:ext uri="{FF2B5EF4-FFF2-40B4-BE49-F238E27FC236}">
                <a16:creationId xmlns:a16="http://schemas.microsoft.com/office/drawing/2014/main" id="{EEE6FB16-2095-CAA3-E6E9-892A39FD460D}"/>
              </a:ext>
            </a:extLst>
          </p:cNvPr>
          <p:cNvSpPr/>
          <p:nvPr/>
        </p:nvSpPr>
        <p:spPr>
          <a:xfrm>
            <a:off x="8372983" y="2897754"/>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problems does it solve?</a:t>
            </a:r>
            <a:endParaRPr lang="it-IT" sz="2000" b="1">
              <a:solidFill>
                <a:sysClr val="windowText" lastClr="000000"/>
              </a:solidFill>
            </a:endParaRPr>
          </a:p>
        </p:txBody>
      </p:sp>
      <p:sp>
        <p:nvSpPr>
          <p:cNvPr id="50" name="Rectangle: Rounded Corners 49">
            <a:extLst>
              <a:ext uri="{FF2B5EF4-FFF2-40B4-BE49-F238E27FC236}">
                <a16:creationId xmlns:a16="http://schemas.microsoft.com/office/drawing/2014/main" id="{20DA1110-F571-8595-6A2D-915F8E095DB6}"/>
              </a:ext>
            </a:extLst>
          </p:cNvPr>
          <p:cNvSpPr/>
          <p:nvPr/>
        </p:nvSpPr>
        <p:spPr>
          <a:xfrm>
            <a:off x="8387953" y="2866130"/>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How does it interact with users and data?</a:t>
            </a:r>
            <a:endParaRPr lang="it-IT" sz="2000" b="1">
              <a:solidFill>
                <a:sysClr val="windowText" lastClr="000000"/>
              </a:solidFill>
            </a:endParaRPr>
          </a:p>
        </p:txBody>
      </p:sp>
      <p:sp>
        <p:nvSpPr>
          <p:cNvPr id="51" name="Rectangle: Rounded Corners 50">
            <a:extLst>
              <a:ext uri="{FF2B5EF4-FFF2-40B4-BE49-F238E27FC236}">
                <a16:creationId xmlns:a16="http://schemas.microsoft.com/office/drawing/2014/main" id="{08F7EAFB-DAEF-01CE-24F7-A9AFC5633E99}"/>
              </a:ext>
            </a:extLst>
          </p:cNvPr>
          <p:cNvSpPr/>
          <p:nvPr/>
        </p:nvSpPr>
        <p:spPr>
          <a:xfrm>
            <a:off x="8368548" y="2850318"/>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Who would benefit from it?</a:t>
            </a:r>
            <a:endParaRPr lang="it-IT" sz="2000" b="1">
              <a:solidFill>
                <a:sysClr val="windowText" lastClr="000000"/>
              </a:solidFill>
            </a:endParaRPr>
          </a:p>
        </p:txBody>
      </p:sp>
      <p:sp>
        <p:nvSpPr>
          <p:cNvPr id="52" name="Rectangle: Rounded Corners 51">
            <a:extLst>
              <a:ext uri="{FF2B5EF4-FFF2-40B4-BE49-F238E27FC236}">
                <a16:creationId xmlns:a16="http://schemas.microsoft.com/office/drawing/2014/main" id="{8110147D-8240-8653-BAEB-7C3CAA02F47D}"/>
              </a:ext>
            </a:extLst>
          </p:cNvPr>
          <p:cNvSpPr/>
          <p:nvPr/>
        </p:nvSpPr>
        <p:spPr>
          <a:xfrm>
            <a:off x="8402923" y="2881942"/>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is our web service?</a:t>
            </a:r>
            <a:endParaRPr lang="it-IT" sz="2000" b="1">
              <a:solidFill>
                <a:sysClr val="windowText" lastClr="000000"/>
              </a:solidFill>
            </a:endParaRPr>
          </a:p>
        </p:txBody>
      </p:sp>
      <p:sp>
        <p:nvSpPr>
          <p:cNvPr id="53" name="Rectangle: Rounded Corners 52">
            <a:extLst>
              <a:ext uri="{FF2B5EF4-FFF2-40B4-BE49-F238E27FC236}">
                <a16:creationId xmlns:a16="http://schemas.microsoft.com/office/drawing/2014/main" id="{08416777-803C-BE32-2D44-7027BD0B1A17}"/>
              </a:ext>
            </a:extLst>
          </p:cNvPr>
          <p:cNvSpPr/>
          <p:nvPr/>
        </p:nvSpPr>
        <p:spPr>
          <a:xfrm>
            <a:off x="8366848" y="2858224"/>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Why could it be useful?</a:t>
            </a:r>
            <a:endParaRPr lang="it-IT" sz="2000" b="1">
              <a:solidFill>
                <a:sysClr val="windowText" lastClr="000000"/>
              </a:solidFill>
            </a:endParaRPr>
          </a:p>
        </p:txBody>
      </p:sp>
      <p:sp>
        <p:nvSpPr>
          <p:cNvPr id="54" name="Rectangle: Rounded Corners 53">
            <a:extLst>
              <a:ext uri="{FF2B5EF4-FFF2-40B4-BE49-F238E27FC236}">
                <a16:creationId xmlns:a16="http://schemas.microsoft.com/office/drawing/2014/main" id="{E0210BFA-79A7-828C-E9AE-929FF1B72746}"/>
              </a:ext>
            </a:extLst>
          </p:cNvPr>
          <p:cNvSpPr/>
          <p:nvPr/>
        </p:nvSpPr>
        <p:spPr>
          <a:xfrm>
            <a:off x="8367698" y="2850318"/>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service will it provide?</a:t>
            </a:r>
            <a:endParaRPr lang="it-IT" sz="2000" b="1">
              <a:solidFill>
                <a:sysClr val="windowText" lastClr="000000"/>
              </a:solidFill>
            </a:endParaRPr>
          </a:p>
        </p:txBody>
      </p:sp>
      <p:grpSp>
        <p:nvGrpSpPr>
          <p:cNvPr id="6" name="Group 5">
            <a:extLst>
              <a:ext uri="{FF2B5EF4-FFF2-40B4-BE49-F238E27FC236}">
                <a16:creationId xmlns:a16="http://schemas.microsoft.com/office/drawing/2014/main" id="{D49E6510-167C-1686-99B1-889AA5D912B0}"/>
              </a:ext>
            </a:extLst>
          </p:cNvPr>
          <p:cNvGrpSpPr/>
          <p:nvPr/>
        </p:nvGrpSpPr>
        <p:grpSpPr>
          <a:xfrm>
            <a:off x="7357690" y="385139"/>
            <a:ext cx="4341660" cy="5850561"/>
            <a:chOff x="8294876" y="1574370"/>
            <a:chExt cx="4341660" cy="5183315"/>
          </a:xfrm>
        </p:grpSpPr>
        <p:sp>
          <p:nvSpPr>
            <p:cNvPr id="19" name="Rectangle: Rounded Corners 18">
              <a:extLst>
                <a:ext uri="{FF2B5EF4-FFF2-40B4-BE49-F238E27FC236}">
                  <a16:creationId xmlns:a16="http://schemas.microsoft.com/office/drawing/2014/main" id="{AEDB60C4-DF7B-3048-21E9-4F598F9771CE}"/>
                </a:ext>
              </a:extLst>
            </p:cNvPr>
            <p:cNvSpPr/>
            <p:nvPr/>
          </p:nvSpPr>
          <p:spPr>
            <a:xfrm>
              <a:off x="8396726" y="1574370"/>
              <a:ext cx="4239810" cy="5183315"/>
            </a:xfrm>
            <a:prstGeom prst="roundRect">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000" b="1">
                <a:solidFill>
                  <a:sysClr val="windowText" lastClr="000000"/>
                </a:solidFill>
              </a:endParaRPr>
            </a:p>
          </p:txBody>
        </p:sp>
        <p:sp>
          <p:nvSpPr>
            <p:cNvPr id="5" name="Rectangle: Rounded Corners 4">
              <a:extLst>
                <a:ext uri="{FF2B5EF4-FFF2-40B4-BE49-F238E27FC236}">
                  <a16:creationId xmlns:a16="http://schemas.microsoft.com/office/drawing/2014/main" id="{02C4D502-246F-05F8-1DB1-9B6DE6EC3812}"/>
                </a:ext>
              </a:extLst>
            </p:cNvPr>
            <p:cNvSpPr/>
            <p:nvPr/>
          </p:nvSpPr>
          <p:spPr>
            <a:xfrm>
              <a:off x="8294876" y="1634204"/>
              <a:ext cx="2289314" cy="1085825"/>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BACKEND</a:t>
              </a:r>
              <a:endParaRPr lang="it-IT" sz="2000" b="1">
                <a:solidFill>
                  <a:sysClr val="windowText" lastClr="000000"/>
                </a:solidFill>
              </a:endParaRPr>
            </a:p>
          </p:txBody>
        </p:sp>
      </p:grpSp>
      <p:sp>
        <p:nvSpPr>
          <p:cNvPr id="2" name="Date Placeholder 1">
            <a:extLst>
              <a:ext uri="{FF2B5EF4-FFF2-40B4-BE49-F238E27FC236}">
                <a16:creationId xmlns:a16="http://schemas.microsoft.com/office/drawing/2014/main" id="{FC32D4F1-6B1C-7C16-6075-401A2A4EE663}"/>
              </a:ext>
            </a:extLst>
          </p:cNvPr>
          <p:cNvSpPr>
            <a:spLocks noGrp="1"/>
          </p:cNvSpPr>
          <p:nvPr>
            <p:ph type="dt" sz="half" idx="10"/>
          </p:nvPr>
        </p:nvSpPr>
        <p:spPr/>
        <p:txBody>
          <a:bodyPr/>
          <a:lstStyle/>
          <a:p>
            <a:fld id="{AF14D244-3375-4C9F-BD30-C1B79BA9FCA8}" type="datetime1">
              <a:rPr lang="it-CH" smtClean="0"/>
              <a:t>05.06.2025</a:t>
            </a:fld>
            <a:endParaRPr lang="it-CH"/>
          </a:p>
        </p:txBody>
      </p:sp>
      <p:sp>
        <p:nvSpPr>
          <p:cNvPr id="3" name="Footer Placeholder 2">
            <a:extLst>
              <a:ext uri="{FF2B5EF4-FFF2-40B4-BE49-F238E27FC236}">
                <a16:creationId xmlns:a16="http://schemas.microsoft.com/office/drawing/2014/main" id="{28185F1D-7561-19A3-9FCF-6268CFFB2C0D}"/>
              </a:ext>
            </a:extLst>
          </p:cNvPr>
          <p:cNvSpPr>
            <a:spLocks noGrp="1"/>
          </p:cNvSpPr>
          <p:nvPr>
            <p:ph type="ftr" sz="quarter" idx="11"/>
          </p:nvPr>
        </p:nvSpPr>
        <p:spPr/>
        <p:txBody>
          <a:bodyPr/>
          <a:lstStyle/>
          <a:p>
            <a:r>
              <a:rPr lang="it-CH"/>
              <a:t>Group 06 - task manager</a:t>
            </a:r>
          </a:p>
        </p:txBody>
      </p:sp>
      <p:sp>
        <p:nvSpPr>
          <p:cNvPr id="4" name="Slide Number Placeholder 3">
            <a:extLst>
              <a:ext uri="{FF2B5EF4-FFF2-40B4-BE49-F238E27FC236}">
                <a16:creationId xmlns:a16="http://schemas.microsoft.com/office/drawing/2014/main" id="{88FAA1B1-1232-C30F-1132-FDCAB819CB35}"/>
              </a:ext>
            </a:extLst>
          </p:cNvPr>
          <p:cNvSpPr>
            <a:spLocks noGrp="1"/>
          </p:cNvSpPr>
          <p:nvPr>
            <p:ph type="sldNum" sz="quarter" idx="12"/>
          </p:nvPr>
        </p:nvSpPr>
        <p:spPr/>
        <p:txBody>
          <a:bodyPr/>
          <a:lstStyle/>
          <a:p>
            <a:fld id="{09B84523-820D-4965-B47E-17F917200B06}" type="slidenum">
              <a:rPr lang="it-CH" smtClean="0"/>
              <a:t>3</a:t>
            </a:fld>
            <a:endParaRPr lang="it-CH"/>
          </a:p>
        </p:txBody>
      </p:sp>
      <p:cxnSp>
        <p:nvCxnSpPr>
          <p:cNvPr id="15" name="Straight Connector 14">
            <a:extLst>
              <a:ext uri="{FF2B5EF4-FFF2-40B4-BE49-F238E27FC236}">
                <a16:creationId xmlns:a16="http://schemas.microsoft.com/office/drawing/2014/main" id="{F8E411B4-98FF-AB62-E8D8-7297C0495AEE}"/>
              </a:ext>
            </a:extLst>
          </p:cNvPr>
          <p:cNvCxnSpPr>
            <a:cxnSpLocks/>
          </p:cNvCxnSpPr>
          <p:nvPr/>
        </p:nvCxnSpPr>
        <p:spPr>
          <a:xfrm>
            <a:off x="5869013" y="2270136"/>
            <a:ext cx="2187464" cy="954157"/>
          </a:xfrm>
          <a:prstGeom prst="line">
            <a:avLst/>
          </a:prstGeom>
          <a:ln>
            <a:noFill/>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FDB8C526-659E-2E77-4F18-1CAC893C61F4}"/>
              </a:ext>
            </a:extLst>
          </p:cNvPr>
          <p:cNvSpPr/>
          <p:nvPr/>
        </p:nvSpPr>
        <p:spPr>
          <a:xfrm>
            <a:off x="8419258" y="1530798"/>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App</a:t>
            </a:r>
          </a:p>
          <a:p>
            <a:pPr algn="ctr"/>
            <a:r>
              <a:rPr lang="en-GB" sz="2000" b="1">
                <a:solidFill>
                  <a:sysClr val="windowText" lastClr="000000"/>
                </a:solidFill>
              </a:rPr>
              <a:t>(</a:t>
            </a:r>
            <a:r>
              <a:rPr lang="en-GB" sz="2000" b="1" i="1">
                <a:solidFill>
                  <a:sysClr val="windowText" lastClr="000000"/>
                </a:solidFill>
              </a:rPr>
              <a:t>routes</a:t>
            </a:r>
            <a:r>
              <a:rPr lang="en-GB" sz="2000" b="1">
                <a:solidFill>
                  <a:sysClr val="windowText" lastClr="000000"/>
                </a:solidFill>
              </a:rPr>
              <a:t>)</a:t>
            </a:r>
            <a:endParaRPr lang="it-IT" sz="2000" b="1">
              <a:solidFill>
                <a:sysClr val="windowText" lastClr="000000"/>
              </a:solidFill>
            </a:endParaRPr>
          </a:p>
        </p:txBody>
      </p:sp>
      <p:pic>
        <p:nvPicPr>
          <p:cNvPr id="22" name="Graphic 21" descr="Cloud Computing outline">
            <a:extLst>
              <a:ext uri="{FF2B5EF4-FFF2-40B4-BE49-F238E27FC236}">
                <a16:creationId xmlns:a16="http://schemas.microsoft.com/office/drawing/2014/main" id="{6DB89677-80E3-DB96-F111-0ED5B6A813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3803723" y="837342"/>
            <a:ext cx="5183316" cy="5183316"/>
          </a:xfrm>
          <a:prstGeom prst="rect">
            <a:avLst/>
          </a:prstGeom>
        </p:spPr>
      </p:pic>
      <p:sp>
        <p:nvSpPr>
          <p:cNvPr id="26" name="Rectangle: Rounded Corners 25">
            <a:extLst>
              <a:ext uri="{FF2B5EF4-FFF2-40B4-BE49-F238E27FC236}">
                <a16:creationId xmlns:a16="http://schemas.microsoft.com/office/drawing/2014/main" id="{5DF00CED-F3AB-F1FC-8BC7-EECB06E89A4C}"/>
              </a:ext>
            </a:extLst>
          </p:cNvPr>
          <p:cNvSpPr/>
          <p:nvPr/>
        </p:nvSpPr>
        <p:spPr>
          <a:xfrm>
            <a:off x="8726745" y="4788137"/>
            <a:ext cx="1674337" cy="1085825"/>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b="1">
                <a:solidFill>
                  <a:sysClr val="windowText" lastClr="000000"/>
                </a:solidFill>
              </a:rPr>
              <a:t>database</a:t>
            </a:r>
          </a:p>
        </p:txBody>
      </p:sp>
      <p:grpSp>
        <p:nvGrpSpPr>
          <p:cNvPr id="7" name="Group 6">
            <a:extLst>
              <a:ext uri="{FF2B5EF4-FFF2-40B4-BE49-F238E27FC236}">
                <a16:creationId xmlns:a16="http://schemas.microsoft.com/office/drawing/2014/main" id="{203F9F7A-A514-A1AE-9C5A-B92E2E3050A8}"/>
              </a:ext>
            </a:extLst>
          </p:cNvPr>
          <p:cNvGrpSpPr/>
          <p:nvPr/>
        </p:nvGrpSpPr>
        <p:grpSpPr>
          <a:xfrm>
            <a:off x="347472" y="718884"/>
            <a:ext cx="4341660" cy="5183315"/>
            <a:chOff x="8294876" y="1574370"/>
            <a:chExt cx="4341660" cy="5183315"/>
          </a:xfrm>
        </p:grpSpPr>
        <p:sp>
          <p:nvSpPr>
            <p:cNvPr id="8" name="Rectangle: Rounded Corners 7">
              <a:extLst>
                <a:ext uri="{FF2B5EF4-FFF2-40B4-BE49-F238E27FC236}">
                  <a16:creationId xmlns:a16="http://schemas.microsoft.com/office/drawing/2014/main" id="{FD1873E9-21F7-37D2-9BF1-A9EECA0BC219}"/>
                </a:ext>
              </a:extLst>
            </p:cNvPr>
            <p:cNvSpPr/>
            <p:nvPr/>
          </p:nvSpPr>
          <p:spPr>
            <a:xfrm>
              <a:off x="8396726" y="1574370"/>
              <a:ext cx="4239810" cy="5183315"/>
            </a:xfrm>
            <a:prstGeom prst="roundRect">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000" b="1">
                <a:solidFill>
                  <a:sysClr val="windowText" lastClr="000000"/>
                </a:solidFill>
              </a:endParaRPr>
            </a:p>
          </p:txBody>
        </p:sp>
        <p:sp>
          <p:nvSpPr>
            <p:cNvPr id="9" name="Rectangle: Rounded Corners 8">
              <a:extLst>
                <a:ext uri="{FF2B5EF4-FFF2-40B4-BE49-F238E27FC236}">
                  <a16:creationId xmlns:a16="http://schemas.microsoft.com/office/drawing/2014/main" id="{F13A930B-1201-6FD7-00C5-A2F4A7557550}"/>
                </a:ext>
              </a:extLst>
            </p:cNvPr>
            <p:cNvSpPr/>
            <p:nvPr/>
          </p:nvSpPr>
          <p:spPr>
            <a:xfrm>
              <a:off x="8294876" y="1634204"/>
              <a:ext cx="2289314" cy="1085825"/>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CLIENT</a:t>
              </a:r>
              <a:endParaRPr lang="it-IT" sz="2000" b="1">
                <a:solidFill>
                  <a:sysClr val="windowText" lastClr="000000"/>
                </a:solidFill>
              </a:endParaRPr>
            </a:p>
          </p:txBody>
        </p:sp>
      </p:grpSp>
      <p:sp>
        <p:nvSpPr>
          <p:cNvPr id="10" name="Rectangle: Rounded Corners 9">
            <a:extLst>
              <a:ext uri="{FF2B5EF4-FFF2-40B4-BE49-F238E27FC236}">
                <a16:creationId xmlns:a16="http://schemas.microsoft.com/office/drawing/2014/main" id="{855F326A-B6A9-3DC3-7A4E-55E7C127E040}"/>
              </a:ext>
            </a:extLst>
          </p:cNvPr>
          <p:cNvSpPr/>
          <p:nvPr/>
        </p:nvSpPr>
        <p:spPr>
          <a:xfrm>
            <a:off x="1409040" y="1864543"/>
            <a:ext cx="2289313" cy="1616462"/>
          </a:xfrm>
          <a:prstGeom prst="roundRect">
            <a:avLst/>
          </a:prstGeom>
          <a:solidFill>
            <a:schemeClr val="accent1"/>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bg1"/>
                </a:solidFill>
              </a:rPr>
              <a:t>library</a:t>
            </a:r>
            <a:endParaRPr lang="it-IT" sz="2000" b="1">
              <a:solidFill>
                <a:schemeClr val="bg1"/>
              </a:solidFill>
            </a:endParaRPr>
          </a:p>
        </p:txBody>
      </p:sp>
      <p:sp>
        <p:nvSpPr>
          <p:cNvPr id="11" name="Rectangle: Rounded Corners 10">
            <a:extLst>
              <a:ext uri="{FF2B5EF4-FFF2-40B4-BE49-F238E27FC236}">
                <a16:creationId xmlns:a16="http://schemas.microsoft.com/office/drawing/2014/main" id="{2C0D0BE6-8E0F-8CA1-4496-448BC89062BE}"/>
              </a:ext>
            </a:extLst>
          </p:cNvPr>
          <p:cNvSpPr/>
          <p:nvPr/>
        </p:nvSpPr>
        <p:spPr>
          <a:xfrm>
            <a:off x="1732059" y="4063922"/>
            <a:ext cx="1674337" cy="1085825"/>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b="1">
                <a:solidFill>
                  <a:sysClr val="windowText" lastClr="000000"/>
                </a:solidFill>
              </a:rPr>
              <a:t>demo</a:t>
            </a:r>
          </a:p>
        </p:txBody>
      </p:sp>
      <p:sp>
        <p:nvSpPr>
          <p:cNvPr id="12" name="TextBox 11">
            <a:extLst>
              <a:ext uri="{FF2B5EF4-FFF2-40B4-BE49-F238E27FC236}">
                <a16:creationId xmlns:a16="http://schemas.microsoft.com/office/drawing/2014/main" id="{734EE252-946D-0F14-118B-FC49662F81BD}"/>
              </a:ext>
            </a:extLst>
          </p:cNvPr>
          <p:cNvSpPr txBox="1"/>
          <p:nvPr/>
        </p:nvSpPr>
        <p:spPr>
          <a:xfrm>
            <a:off x="8852713" y="3783032"/>
            <a:ext cx="1422400" cy="369332"/>
          </a:xfrm>
          <a:prstGeom prst="rect">
            <a:avLst/>
          </a:prstGeom>
          <a:noFill/>
        </p:spPr>
        <p:txBody>
          <a:bodyPr wrap="square" rtlCol="0">
            <a:spAutoFit/>
          </a:bodyPr>
          <a:lstStyle/>
          <a:p>
            <a:pPr algn="ctr"/>
            <a:r>
              <a:rPr lang="it-IT" b="1" i="1"/>
              <a:t>service</a:t>
            </a:r>
          </a:p>
        </p:txBody>
      </p:sp>
      <p:cxnSp>
        <p:nvCxnSpPr>
          <p:cNvPr id="17" name="Straight Arrow Connector 16">
            <a:extLst>
              <a:ext uri="{FF2B5EF4-FFF2-40B4-BE49-F238E27FC236}">
                <a16:creationId xmlns:a16="http://schemas.microsoft.com/office/drawing/2014/main" id="{A239CDF0-34B4-D203-DD97-541ADABF994F}"/>
              </a:ext>
            </a:extLst>
          </p:cNvPr>
          <p:cNvCxnSpPr>
            <a:endCxn id="26" idx="0"/>
          </p:cNvCxnSpPr>
          <p:nvPr/>
        </p:nvCxnSpPr>
        <p:spPr>
          <a:xfrm flipH="1">
            <a:off x="9563914" y="4102100"/>
            <a:ext cx="15531" cy="686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681950F-9DBB-0EDB-4694-7720334BEE8C}"/>
              </a:ext>
            </a:extLst>
          </p:cNvPr>
          <p:cNvCxnSpPr>
            <a:stCxn id="12" idx="0"/>
            <a:endCxn id="21" idx="2"/>
          </p:cNvCxnSpPr>
          <p:nvPr/>
        </p:nvCxnSpPr>
        <p:spPr>
          <a:xfrm flipV="1">
            <a:off x="9563913" y="3147260"/>
            <a:ext cx="2" cy="6357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3216ADD6-7244-3DB5-2CC0-AC0F92E9A719}"/>
              </a:ext>
            </a:extLst>
          </p:cNvPr>
          <p:cNvSpPr txBox="1"/>
          <p:nvPr/>
        </p:nvSpPr>
        <p:spPr>
          <a:xfrm>
            <a:off x="5318697" y="2987376"/>
            <a:ext cx="1422400" cy="646331"/>
          </a:xfrm>
          <a:prstGeom prst="rect">
            <a:avLst/>
          </a:prstGeom>
          <a:noFill/>
        </p:spPr>
        <p:txBody>
          <a:bodyPr wrap="square" rtlCol="0">
            <a:spAutoFit/>
          </a:bodyPr>
          <a:lstStyle/>
          <a:p>
            <a:pPr algn="ctr"/>
            <a:r>
              <a:rPr lang="it-IT" b="1" i="1"/>
              <a:t>HTTP requests</a:t>
            </a:r>
          </a:p>
        </p:txBody>
      </p:sp>
      <p:cxnSp>
        <p:nvCxnSpPr>
          <p:cNvPr id="40" name="Straight Arrow Connector 39">
            <a:extLst>
              <a:ext uri="{FF2B5EF4-FFF2-40B4-BE49-F238E27FC236}">
                <a16:creationId xmlns:a16="http://schemas.microsoft.com/office/drawing/2014/main" id="{E567D72F-0696-0897-A8DE-C4A157B34C6A}"/>
              </a:ext>
            </a:extLst>
          </p:cNvPr>
          <p:cNvCxnSpPr>
            <a:stCxn id="36" idx="1"/>
            <a:endCxn id="8" idx="3"/>
          </p:cNvCxnSpPr>
          <p:nvPr/>
        </p:nvCxnSpPr>
        <p:spPr>
          <a:xfrm flipH="1">
            <a:off x="4689132" y="3310542"/>
            <a:ext cx="6295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045DD1FC-F358-2F2A-1E1D-5C5BE38736A7}"/>
              </a:ext>
            </a:extLst>
          </p:cNvPr>
          <p:cNvCxnSpPr>
            <a:stCxn id="36" idx="3"/>
            <a:endCxn id="19" idx="1"/>
          </p:cNvCxnSpPr>
          <p:nvPr/>
        </p:nvCxnSpPr>
        <p:spPr>
          <a:xfrm flipV="1">
            <a:off x="6741097" y="3310420"/>
            <a:ext cx="718443" cy="1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E9D3DFEA-0470-F46E-CEB2-FFA2268CBC70}"/>
              </a:ext>
            </a:extLst>
          </p:cNvPr>
          <p:cNvCxnSpPr>
            <a:stCxn id="10" idx="2"/>
            <a:endCxn id="11" idx="0"/>
          </p:cNvCxnSpPr>
          <p:nvPr/>
        </p:nvCxnSpPr>
        <p:spPr>
          <a:xfrm>
            <a:off x="2553697" y="3481005"/>
            <a:ext cx="15531" cy="58291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8" name="Slide Number Placeholder 3">
            <a:extLst>
              <a:ext uri="{FF2B5EF4-FFF2-40B4-BE49-F238E27FC236}">
                <a16:creationId xmlns:a16="http://schemas.microsoft.com/office/drawing/2014/main" id="{47CD9100-3F80-52E0-A0CB-24CCE0F533F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it-CH"/>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B84523-820D-4965-B47E-17F917200B06}" type="slidenum">
              <a:rPr lang="it-CH" smtClean="0"/>
              <a:pPr/>
              <a:t>3</a:t>
            </a:fld>
            <a:endParaRPr lang="it-CH"/>
          </a:p>
        </p:txBody>
      </p:sp>
      <p:cxnSp>
        <p:nvCxnSpPr>
          <p:cNvPr id="49" name="Straight Connector 48">
            <a:extLst>
              <a:ext uri="{FF2B5EF4-FFF2-40B4-BE49-F238E27FC236}">
                <a16:creationId xmlns:a16="http://schemas.microsoft.com/office/drawing/2014/main" id="{EB2F513E-6AE0-A3E6-8264-80D114C08F08}"/>
              </a:ext>
            </a:extLst>
          </p:cNvPr>
          <p:cNvCxnSpPr>
            <a:cxnSpLocks/>
          </p:cNvCxnSpPr>
          <p:nvPr/>
        </p:nvCxnSpPr>
        <p:spPr>
          <a:xfrm>
            <a:off x="6631013" y="2625736"/>
            <a:ext cx="2187464" cy="954157"/>
          </a:xfrm>
          <a:prstGeom prst="line">
            <a:avLst/>
          </a:prstGeom>
          <a:ln>
            <a:noFill/>
          </a:ln>
        </p:spPr>
        <p:style>
          <a:lnRef idx="2">
            <a:schemeClr val="accent1"/>
          </a:lnRef>
          <a:fillRef idx="0">
            <a:schemeClr val="accent1"/>
          </a:fillRef>
          <a:effectRef idx="1">
            <a:schemeClr val="accent1"/>
          </a:effectRef>
          <a:fontRef idx="minor">
            <a:schemeClr val="tx1"/>
          </a:fontRef>
        </p:style>
      </p:cxnSp>
      <p:sp>
        <p:nvSpPr>
          <p:cNvPr id="58" name="Rectangle: Rounded Corners 57">
            <a:extLst>
              <a:ext uri="{FF2B5EF4-FFF2-40B4-BE49-F238E27FC236}">
                <a16:creationId xmlns:a16="http://schemas.microsoft.com/office/drawing/2014/main" id="{223F6AB7-6CD8-C46B-3090-0DFD922D5831}"/>
              </a:ext>
            </a:extLst>
          </p:cNvPr>
          <p:cNvSpPr/>
          <p:nvPr/>
        </p:nvSpPr>
        <p:spPr>
          <a:xfrm>
            <a:off x="-2458553" y="1663447"/>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59" name="Straight Connector 58">
            <a:extLst>
              <a:ext uri="{FF2B5EF4-FFF2-40B4-BE49-F238E27FC236}">
                <a16:creationId xmlns:a16="http://schemas.microsoft.com/office/drawing/2014/main" id="{4E2ACEFF-A5DA-AE85-45E3-BB029D3A270A}"/>
              </a:ext>
            </a:extLst>
          </p:cNvPr>
          <p:cNvCxnSpPr>
            <a:cxnSpLocks/>
            <a:stCxn id="57" idx="3"/>
          </p:cNvCxnSpPr>
          <p:nvPr/>
        </p:nvCxnSpPr>
        <p:spPr>
          <a:xfrm>
            <a:off x="-1584487" y="2287805"/>
            <a:ext cx="19405" cy="0"/>
          </a:xfrm>
          <a:prstGeom prst="line">
            <a:avLst/>
          </a:prstGeom>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A3970BB5-522B-679E-BAF1-83F33CBDB2D0}"/>
              </a:ext>
            </a:extLst>
          </p:cNvPr>
          <p:cNvSpPr txBox="1"/>
          <p:nvPr/>
        </p:nvSpPr>
        <p:spPr>
          <a:xfrm>
            <a:off x="-2373244" y="3030986"/>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sp>
        <p:nvSpPr>
          <p:cNvPr id="57" name="Rectangle: Rounded Corners 56">
            <a:extLst>
              <a:ext uri="{FF2B5EF4-FFF2-40B4-BE49-F238E27FC236}">
                <a16:creationId xmlns:a16="http://schemas.microsoft.com/office/drawing/2014/main" id="{150483FE-3441-AFFA-4CF3-BAB33EFA35DE}"/>
              </a:ext>
            </a:extLst>
          </p:cNvPr>
          <p:cNvSpPr/>
          <p:nvPr/>
        </p:nvSpPr>
        <p:spPr>
          <a:xfrm>
            <a:off x="-3873800" y="1663447"/>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61" name="TextBox 60">
            <a:extLst>
              <a:ext uri="{FF2B5EF4-FFF2-40B4-BE49-F238E27FC236}">
                <a16:creationId xmlns:a16="http://schemas.microsoft.com/office/drawing/2014/main" id="{44488D27-8613-811D-8562-79CD02890CD6}"/>
              </a:ext>
            </a:extLst>
          </p:cNvPr>
          <p:cNvSpPr txBox="1"/>
          <p:nvPr/>
        </p:nvSpPr>
        <p:spPr>
          <a:xfrm>
            <a:off x="-3788491" y="3030986"/>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55" name="Arrow: Right 54">
            <a:extLst>
              <a:ext uri="{FF2B5EF4-FFF2-40B4-BE49-F238E27FC236}">
                <a16:creationId xmlns:a16="http://schemas.microsoft.com/office/drawing/2014/main" id="{C5F55C22-59D8-B47D-A162-7A4BBE4A5C4B}"/>
              </a:ext>
            </a:extLst>
          </p:cNvPr>
          <p:cNvSpPr/>
          <p:nvPr/>
        </p:nvSpPr>
        <p:spPr>
          <a:xfrm>
            <a:off x="-4176027" y="2023653"/>
            <a:ext cx="1734378" cy="528303"/>
          </a:xfrm>
          <a:prstGeom prst="rightArrow">
            <a:avLst>
              <a:gd name="adj1" fmla="val 50000"/>
              <a:gd name="adj2" fmla="val 9899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Rectangle: Rounded Corners 55">
            <a:extLst>
              <a:ext uri="{FF2B5EF4-FFF2-40B4-BE49-F238E27FC236}">
                <a16:creationId xmlns:a16="http://schemas.microsoft.com/office/drawing/2014/main" id="{9AA31673-437D-BC30-4EA2-AC53E8673D0C}"/>
              </a:ext>
            </a:extLst>
          </p:cNvPr>
          <p:cNvSpPr/>
          <p:nvPr/>
        </p:nvSpPr>
        <p:spPr>
          <a:xfrm>
            <a:off x="-5151668" y="1663447"/>
            <a:ext cx="2289313" cy="1248716"/>
          </a:xfrm>
          <a:prstGeom prst="roundRect">
            <a:avLst/>
          </a:prstGeom>
          <a:solidFill>
            <a:schemeClr val="accent4">
              <a:lumMod val="20000"/>
              <a:lumOff val="80000"/>
            </a:schemeClr>
          </a:solidFill>
          <a:ln>
            <a:solidFill>
              <a:srgbClr val="FF0000"/>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Problem</a:t>
            </a:r>
            <a:endParaRPr lang="it-IT" sz="2000" b="1">
              <a:solidFill>
                <a:sysClr val="windowText" lastClr="000000"/>
              </a:solidFill>
            </a:endParaRPr>
          </a:p>
        </p:txBody>
      </p:sp>
      <p:sp>
        <p:nvSpPr>
          <p:cNvPr id="60" name="TextBox 59">
            <a:extLst>
              <a:ext uri="{FF2B5EF4-FFF2-40B4-BE49-F238E27FC236}">
                <a16:creationId xmlns:a16="http://schemas.microsoft.com/office/drawing/2014/main" id="{2F654D87-65FA-0EC5-1653-E10F8BEA6896}"/>
              </a:ext>
            </a:extLst>
          </p:cNvPr>
          <p:cNvSpPr txBox="1"/>
          <p:nvPr/>
        </p:nvSpPr>
        <p:spPr>
          <a:xfrm>
            <a:off x="-5066359" y="3030986"/>
            <a:ext cx="2118693" cy="2031325"/>
          </a:xfrm>
          <a:prstGeom prst="rect">
            <a:avLst/>
          </a:prstGeom>
          <a:noFill/>
        </p:spPr>
        <p:txBody>
          <a:bodyPr wrap="square" rtlCol="0">
            <a:spAutoFit/>
          </a:bodyPr>
          <a:lstStyle/>
          <a:p>
            <a:pPr>
              <a:lnSpc>
                <a:spcPct val="150000"/>
              </a:lnSpc>
            </a:pPr>
            <a:r>
              <a:rPr lang="it-IT">
                <a:solidFill>
                  <a:srgbClr val="FF0000"/>
                </a:solidFill>
              </a:rPr>
              <a:t>data persistence</a:t>
            </a:r>
          </a:p>
          <a:p>
            <a:pPr>
              <a:lnSpc>
                <a:spcPct val="150000"/>
              </a:lnSpc>
            </a:pPr>
            <a:r>
              <a:rPr lang="it-IT">
                <a:solidFill>
                  <a:srgbClr val="FF0000"/>
                </a:solidFill>
              </a:rPr>
              <a:t>ask queries to db</a:t>
            </a:r>
          </a:p>
          <a:p>
            <a:pPr>
              <a:lnSpc>
                <a:spcPct val="150000"/>
              </a:lnSpc>
            </a:pPr>
            <a:r>
              <a:rPr lang="it-IT">
                <a:solidFill>
                  <a:srgbClr val="FF0000"/>
                </a:solidFill>
              </a:rPr>
              <a:t>retrieve responses</a:t>
            </a:r>
          </a:p>
          <a:p>
            <a:pPr>
              <a:lnSpc>
                <a:spcPct val="150000"/>
              </a:lnSpc>
            </a:pPr>
            <a:r>
              <a:rPr lang="it-IT">
                <a:solidFill>
                  <a:srgbClr val="FF0000"/>
                </a:solidFill>
              </a:rPr>
              <a:t>permit large usage</a:t>
            </a:r>
          </a:p>
          <a:p>
            <a:endParaRPr lang="it-IT"/>
          </a:p>
        </p:txBody>
      </p:sp>
    </p:spTree>
    <p:extLst>
      <p:ext uri="{BB962C8B-B14F-4D97-AF65-F5344CB8AC3E}">
        <p14:creationId xmlns:p14="http://schemas.microsoft.com/office/powerpoint/2010/main" val="3345066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7F3DB-76D2-2CEF-C97C-571AB1887C9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25B80F2-6283-6920-1405-FBE545CBF9B4}"/>
              </a:ext>
            </a:extLst>
          </p:cNvPr>
          <p:cNvSpPr>
            <a:spLocks noGrp="1"/>
          </p:cNvSpPr>
          <p:nvPr>
            <p:ph type="dt" sz="half" idx="10"/>
          </p:nvPr>
        </p:nvSpPr>
        <p:spPr/>
        <p:txBody>
          <a:bodyPr/>
          <a:lstStyle/>
          <a:p>
            <a:fld id="{AF14D244-3375-4C9F-BD30-C1B79BA9FCA8}" type="datetime1">
              <a:rPr lang="it-CH" smtClean="0"/>
              <a:t>05.06.2025</a:t>
            </a:fld>
            <a:endParaRPr lang="it-CH"/>
          </a:p>
        </p:txBody>
      </p:sp>
      <p:sp>
        <p:nvSpPr>
          <p:cNvPr id="3" name="Footer Placeholder 2">
            <a:extLst>
              <a:ext uri="{FF2B5EF4-FFF2-40B4-BE49-F238E27FC236}">
                <a16:creationId xmlns:a16="http://schemas.microsoft.com/office/drawing/2014/main" id="{91C3EF06-0965-DEED-1E39-77ECA4C5B1ED}"/>
              </a:ext>
            </a:extLst>
          </p:cNvPr>
          <p:cNvSpPr>
            <a:spLocks noGrp="1"/>
          </p:cNvSpPr>
          <p:nvPr>
            <p:ph type="ftr" sz="quarter" idx="11"/>
          </p:nvPr>
        </p:nvSpPr>
        <p:spPr/>
        <p:txBody>
          <a:bodyPr/>
          <a:lstStyle/>
          <a:p>
            <a:r>
              <a:rPr lang="it-CH"/>
              <a:t>Group 06 - task manager</a:t>
            </a:r>
          </a:p>
        </p:txBody>
      </p:sp>
      <p:sp>
        <p:nvSpPr>
          <p:cNvPr id="4" name="Slide Number Placeholder 3">
            <a:extLst>
              <a:ext uri="{FF2B5EF4-FFF2-40B4-BE49-F238E27FC236}">
                <a16:creationId xmlns:a16="http://schemas.microsoft.com/office/drawing/2014/main" id="{16FC7AF1-9153-6DAD-AB59-3448A65C3069}"/>
              </a:ext>
            </a:extLst>
          </p:cNvPr>
          <p:cNvSpPr>
            <a:spLocks noGrp="1"/>
          </p:cNvSpPr>
          <p:nvPr>
            <p:ph type="sldNum" sz="quarter" idx="12"/>
          </p:nvPr>
        </p:nvSpPr>
        <p:spPr/>
        <p:txBody>
          <a:bodyPr/>
          <a:lstStyle/>
          <a:p>
            <a:fld id="{09B84523-820D-4965-B47E-17F917200B06}" type="slidenum">
              <a:rPr lang="it-CH" smtClean="0"/>
              <a:t>4</a:t>
            </a:fld>
            <a:endParaRPr lang="it-CH"/>
          </a:p>
        </p:txBody>
      </p:sp>
      <p:sp>
        <p:nvSpPr>
          <p:cNvPr id="13" name="Rectangle: Rounded Corners 12">
            <a:extLst>
              <a:ext uri="{FF2B5EF4-FFF2-40B4-BE49-F238E27FC236}">
                <a16:creationId xmlns:a16="http://schemas.microsoft.com/office/drawing/2014/main" id="{A3EDEC2E-D760-4EB6-EF2D-24713E6FDF3B}"/>
              </a:ext>
            </a:extLst>
          </p:cNvPr>
          <p:cNvSpPr/>
          <p:nvPr/>
        </p:nvSpPr>
        <p:spPr>
          <a:xfrm>
            <a:off x="8806069" y="1663447"/>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15" name="Straight Connector 14">
            <a:extLst>
              <a:ext uri="{FF2B5EF4-FFF2-40B4-BE49-F238E27FC236}">
                <a16:creationId xmlns:a16="http://schemas.microsoft.com/office/drawing/2014/main" id="{285FBF71-EA8D-544E-DF1A-9B32C2C78D45}"/>
              </a:ext>
            </a:extLst>
          </p:cNvPr>
          <p:cNvCxnSpPr>
            <a:stCxn id="6" idx="3"/>
            <a:endCxn id="13" idx="1"/>
          </p:cNvCxnSpPr>
          <p:nvPr/>
        </p:nvCxnSpPr>
        <p:spPr>
          <a:xfrm>
            <a:off x="7383972" y="2287805"/>
            <a:ext cx="1422097"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81E9F09-DCC2-99FF-8A72-4B0BCECFCCFF}"/>
              </a:ext>
            </a:extLst>
          </p:cNvPr>
          <p:cNvSpPr txBox="1"/>
          <p:nvPr/>
        </p:nvSpPr>
        <p:spPr>
          <a:xfrm>
            <a:off x="8891378" y="3030986"/>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sp>
        <p:nvSpPr>
          <p:cNvPr id="8" name="Rectangle 7">
            <a:extLst>
              <a:ext uri="{FF2B5EF4-FFF2-40B4-BE49-F238E27FC236}">
                <a16:creationId xmlns:a16="http://schemas.microsoft.com/office/drawing/2014/main" id="{88D3D287-E587-113B-C34A-F3F826C71771}"/>
              </a:ext>
            </a:extLst>
          </p:cNvPr>
          <p:cNvSpPr/>
          <p:nvPr/>
        </p:nvSpPr>
        <p:spPr>
          <a:xfrm>
            <a:off x="5174117" y="4847572"/>
            <a:ext cx="5467463" cy="1508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ctangle: Rounded Corners 6">
            <a:extLst>
              <a:ext uri="{FF2B5EF4-FFF2-40B4-BE49-F238E27FC236}">
                <a16:creationId xmlns:a16="http://schemas.microsoft.com/office/drawing/2014/main" id="{16D2654F-2AB7-6BB5-D0C5-0C5FF0739F14}"/>
              </a:ext>
            </a:extLst>
          </p:cNvPr>
          <p:cNvSpPr/>
          <p:nvPr/>
        </p:nvSpPr>
        <p:spPr>
          <a:xfrm>
            <a:off x="18538816" y="2897754"/>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problems does it solve?</a:t>
            </a:r>
            <a:endParaRPr lang="it-IT" sz="2000" b="1">
              <a:solidFill>
                <a:sysClr val="windowText" lastClr="000000"/>
              </a:solidFill>
            </a:endParaRPr>
          </a:p>
        </p:txBody>
      </p:sp>
      <p:sp>
        <p:nvSpPr>
          <p:cNvPr id="14" name="Rectangle: Rounded Corners 13">
            <a:extLst>
              <a:ext uri="{FF2B5EF4-FFF2-40B4-BE49-F238E27FC236}">
                <a16:creationId xmlns:a16="http://schemas.microsoft.com/office/drawing/2014/main" id="{3A92A79B-006E-3E0C-F283-A2066B18EC42}"/>
              </a:ext>
            </a:extLst>
          </p:cNvPr>
          <p:cNvSpPr/>
          <p:nvPr/>
        </p:nvSpPr>
        <p:spPr>
          <a:xfrm>
            <a:off x="18553786" y="2866130"/>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How does it interact with users and data?</a:t>
            </a:r>
            <a:endParaRPr lang="it-IT" sz="2000" b="1">
              <a:solidFill>
                <a:sysClr val="windowText" lastClr="000000"/>
              </a:solidFill>
            </a:endParaRPr>
          </a:p>
        </p:txBody>
      </p:sp>
      <p:sp>
        <p:nvSpPr>
          <p:cNvPr id="16" name="Rectangle: Rounded Corners 15">
            <a:extLst>
              <a:ext uri="{FF2B5EF4-FFF2-40B4-BE49-F238E27FC236}">
                <a16:creationId xmlns:a16="http://schemas.microsoft.com/office/drawing/2014/main" id="{65F9139C-921A-C35A-2A70-502C582AE14D}"/>
              </a:ext>
            </a:extLst>
          </p:cNvPr>
          <p:cNvSpPr/>
          <p:nvPr/>
        </p:nvSpPr>
        <p:spPr>
          <a:xfrm>
            <a:off x="18534381" y="2850318"/>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Who would benefit from it?</a:t>
            </a:r>
            <a:endParaRPr lang="it-IT" sz="2000" b="1">
              <a:solidFill>
                <a:sysClr val="windowText" lastClr="000000"/>
              </a:solidFill>
            </a:endParaRPr>
          </a:p>
        </p:txBody>
      </p:sp>
      <p:sp>
        <p:nvSpPr>
          <p:cNvPr id="17" name="Rectangle: Rounded Corners 16">
            <a:extLst>
              <a:ext uri="{FF2B5EF4-FFF2-40B4-BE49-F238E27FC236}">
                <a16:creationId xmlns:a16="http://schemas.microsoft.com/office/drawing/2014/main" id="{59C8C2E0-3519-6016-EF89-01EA57522CF0}"/>
              </a:ext>
            </a:extLst>
          </p:cNvPr>
          <p:cNvSpPr/>
          <p:nvPr/>
        </p:nvSpPr>
        <p:spPr>
          <a:xfrm>
            <a:off x="18568756" y="2881942"/>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is our web service?</a:t>
            </a:r>
            <a:endParaRPr lang="it-IT" sz="2000" b="1">
              <a:solidFill>
                <a:sysClr val="windowText" lastClr="000000"/>
              </a:solidFill>
            </a:endParaRPr>
          </a:p>
        </p:txBody>
      </p:sp>
      <p:sp>
        <p:nvSpPr>
          <p:cNvPr id="18" name="Rectangle: Rounded Corners 17">
            <a:extLst>
              <a:ext uri="{FF2B5EF4-FFF2-40B4-BE49-F238E27FC236}">
                <a16:creationId xmlns:a16="http://schemas.microsoft.com/office/drawing/2014/main" id="{5B203DE0-AFAA-4FE5-2F45-03FAEE5459BF}"/>
              </a:ext>
            </a:extLst>
          </p:cNvPr>
          <p:cNvSpPr/>
          <p:nvPr/>
        </p:nvSpPr>
        <p:spPr>
          <a:xfrm>
            <a:off x="18532681" y="2858224"/>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Why could it be useful?</a:t>
            </a:r>
            <a:endParaRPr lang="it-IT" sz="2000" b="1">
              <a:solidFill>
                <a:sysClr val="windowText" lastClr="000000"/>
              </a:solidFill>
            </a:endParaRPr>
          </a:p>
        </p:txBody>
      </p:sp>
      <p:sp>
        <p:nvSpPr>
          <p:cNvPr id="19" name="Rectangle: Rounded Corners 18">
            <a:extLst>
              <a:ext uri="{FF2B5EF4-FFF2-40B4-BE49-F238E27FC236}">
                <a16:creationId xmlns:a16="http://schemas.microsoft.com/office/drawing/2014/main" id="{AF2646C1-D68A-6BB5-9F10-757AEEC68A0D}"/>
              </a:ext>
            </a:extLst>
          </p:cNvPr>
          <p:cNvSpPr/>
          <p:nvPr/>
        </p:nvSpPr>
        <p:spPr>
          <a:xfrm>
            <a:off x="18533531" y="2850318"/>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What service will it provide?</a:t>
            </a:r>
            <a:endParaRPr lang="it-IT" sz="2000" b="1">
              <a:solidFill>
                <a:sysClr val="windowText" lastClr="000000"/>
              </a:solidFill>
            </a:endParaRPr>
          </a:p>
        </p:txBody>
      </p:sp>
      <p:grpSp>
        <p:nvGrpSpPr>
          <p:cNvPr id="20" name="Group 19">
            <a:extLst>
              <a:ext uri="{FF2B5EF4-FFF2-40B4-BE49-F238E27FC236}">
                <a16:creationId xmlns:a16="http://schemas.microsoft.com/office/drawing/2014/main" id="{32B1EC38-2B0B-61B6-5A3C-89C51E51F941}"/>
              </a:ext>
            </a:extLst>
          </p:cNvPr>
          <p:cNvGrpSpPr/>
          <p:nvPr/>
        </p:nvGrpSpPr>
        <p:grpSpPr>
          <a:xfrm>
            <a:off x="17523523" y="385139"/>
            <a:ext cx="4341660" cy="5850561"/>
            <a:chOff x="8294876" y="1574370"/>
            <a:chExt cx="4341660" cy="5183315"/>
          </a:xfrm>
        </p:grpSpPr>
        <p:sp>
          <p:nvSpPr>
            <p:cNvPr id="21" name="Rectangle: Rounded Corners 20">
              <a:extLst>
                <a:ext uri="{FF2B5EF4-FFF2-40B4-BE49-F238E27FC236}">
                  <a16:creationId xmlns:a16="http://schemas.microsoft.com/office/drawing/2014/main" id="{834776EA-A71B-5CA5-8162-F4ACAF004300}"/>
                </a:ext>
              </a:extLst>
            </p:cNvPr>
            <p:cNvSpPr/>
            <p:nvPr/>
          </p:nvSpPr>
          <p:spPr>
            <a:xfrm>
              <a:off x="8396726" y="1574370"/>
              <a:ext cx="4239810" cy="5183315"/>
            </a:xfrm>
            <a:prstGeom prst="roundRect">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000" b="1">
                <a:solidFill>
                  <a:sysClr val="windowText" lastClr="000000"/>
                </a:solidFill>
              </a:endParaRPr>
            </a:p>
          </p:txBody>
        </p:sp>
        <p:sp>
          <p:nvSpPr>
            <p:cNvPr id="22" name="Rectangle: Rounded Corners 21">
              <a:extLst>
                <a:ext uri="{FF2B5EF4-FFF2-40B4-BE49-F238E27FC236}">
                  <a16:creationId xmlns:a16="http://schemas.microsoft.com/office/drawing/2014/main" id="{002B454B-0398-C996-FAAD-6F0ACBA12DE6}"/>
                </a:ext>
              </a:extLst>
            </p:cNvPr>
            <p:cNvSpPr/>
            <p:nvPr/>
          </p:nvSpPr>
          <p:spPr>
            <a:xfrm>
              <a:off x="8294876" y="1634204"/>
              <a:ext cx="2289314" cy="1085825"/>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BACKEND</a:t>
              </a:r>
              <a:endParaRPr lang="it-IT" sz="2000" b="1">
                <a:solidFill>
                  <a:sysClr val="windowText" lastClr="000000"/>
                </a:solidFill>
              </a:endParaRPr>
            </a:p>
          </p:txBody>
        </p:sp>
      </p:grpSp>
      <p:cxnSp>
        <p:nvCxnSpPr>
          <p:cNvPr id="23" name="Straight Connector 22">
            <a:extLst>
              <a:ext uri="{FF2B5EF4-FFF2-40B4-BE49-F238E27FC236}">
                <a16:creationId xmlns:a16="http://schemas.microsoft.com/office/drawing/2014/main" id="{C93265EF-6B43-C0C1-2A9E-60F7EE06E1A2}"/>
              </a:ext>
            </a:extLst>
          </p:cNvPr>
          <p:cNvCxnSpPr>
            <a:cxnSpLocks/>
          </p:cNvCxnSpPr>
          <p:nvPr/>
        </p:nvCxnSpPr>
        <p:spPr>
          <a:xfrm>
            <a:off x="17016906" y="2270136"/>
            <a:ext cx="2187464" cy="954157"/>
          </a:xfrm>
          <a:prstGeom prst="line">
            <a:avLst/>
          </a:prstGeom>
          <a:ln>
            <a:noFill/>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D8D9B074-BC38-7236-6CAC-0148CD7CDA78}"/>
              </a:ext>
            </a:extLst>
          </p:cNvPr>
          <p:cNvSpPr/>
          <p:nvPr/>
        </p:nvSpPr>
        <p:spPr>
          <a:xfrm>
            <a:off x="18585091" y="1530798"/>
            <a:ext cx="2289313" cy="1616462"/>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App</a:t>
            </a:r>
          </a:p>
          <a:p>
            <a:pPr algn="ctr"/>
            <a:r>
              <a:rPr lang="en-GB" sz="2000" b="1">
                <a:solidFill>
                  <a:sysClr val="windowText" lastClr="000000"/>
                </a:solidFill>
              </a:rPr>
              <a:t>(</a:t>
            </a:r>
            <a:r>
              <a:rPr lang="en-GB" sz="2000" b="1" i="1">
                <a:solidFill>
                  <a:sysClr val="windowText" lastClr="000000"/>
                </a:solidFill>
              </a:rPr>
              <a:t>routes</a:t>
            </a:r>
            <a:r>
              <a:rPr lang="en-GB" sz="2000" b="1">
                <a:solidFill>
                  <a:sysClr val="windowText" lastClr="000000"/>
                </a:solidFill>
              </a:rPr>
              <a:t>)</a:t>
            </a:r>
            <a:endParaRPr lang="it-IT" sz="2000" b="1">
              <a:solidFill>
                <a:sysClr val="windowText" lastClr="000000"/>
              </a:solidFill>
            </a:endParaRPr>
          </a:p>
        </p:txBody>
      </p:sp>
      <p:sp>
        <p:nvSpPr>
          <p:cNvPr id="25" name="Rectangle: Rounded Corners 24">
            <a:extLst>
              <a:ext uri="{FF2B5EF4-FFF2-40B4-BE49-F238E27FC236}">
                <a16:creationId xmlns:a16="http://schemas.microsoft.com/office/drawing/2014/main" id="{8F0F8ABB-5FAA-9326-D2FB-51AD7C65C801}"/>
              </a:ext>
            </a:extLst>
          </p:cNvPr>
          <p:cNvSpPr/>
          <p:nvPr/>
        </p:nvSpPr>
        <p:spPr>
          <a:xfrm>
            <a:off x="18892578" y="4788137"/>
            <a:ext cx="1674337" cy="1085825"/>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b="1">
                <a:solidFill>
                  <a:sysClr val="windowText" lastClr="000000"/>
                </a:solidFill>
              </a:rPr>
              <a:t>database</a:t>
            </a:r>
          </a:p>
        </p:txBody>
      </p:sp>
      <p:grpSp>
        <p:nvGrpSpPr>
          <p:cNvPr id="26" name="Group 25">
            <a:extLst>
              <a:ext uri="{FF2B5EF4-FFF2-40B4-BE49-F238E27FC236}">
                <a16:creationId xmlns:a16="http://schemas.microsoft.com/office/drawing/2014/main" id="{7D0FD0AB-7E54-9819-AFC5-48E72BBBFCB9}"/>
              </a:ext>
            </a:extLst>
          </p:cNvPr>
          <p:cNvGrpSpPr/>
          <p:nvPr/>
        </p:nvGrpSpPr>
        <p:grpSpPr>
          <a:xfrm>
            <a:off x="12450351" y="718884"/>
            <a:ext cx="4341660" cy="5183315"/>
            <a:chOff x="8294876" y="1574370"/>
            <a:chExt cx="4341660" cy="5183315"/>
          </a:xfrm>
        </p:grpSpPr>
        <p:sp>
          <p:nvSpPr>
            <p:cNvPr id="27" name="Rectangle: Rounded Corners 26">
              <a:extLst>
                <a:ext uri="{FF2B5EF4-FFF2-40B4-BE49-F238E27FC236}">
                  <a16:creationId xmlns:a16="http://schemas.microsoft.com/office/drawing/2014/main" id="{A0C15920-BD96-3C48-2C24-EDAE93E2D785}"/>
                </a:ext>
              </a:extLst>
            </p:cNvPr>
            <p:cNvSpPr/>
            <p:nvPr/>
          </p:nvSpPr>
          <p:spPr>
            <a:xfrm>
              <a:off x="8396726" y="1574370"/>
              <a:ext cx="4239810" cy="5183315"/>
            </a:xfrm>
            <a:prstGeom prst="roundRect">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000" b="1">
                <a:solidFill>
                  <a:sysClr val="windowText" lastClr="000000"/>
                </a:solidFill>
              </a:endParaRPr>
            </a:p>
          </p:txBody>
        </p:sp>
        <p:sp>
          <p:nvSpPr>
            <p:cNvPr id="28" name="Rectangle: Rounded Corners 27">
              <a:extLst>
                <a:ext uri="{FF2B5EF4-FFF2-40B4-BE49-F238E27FC236}">
                  <a16:creationId xmlns:a16="http://schemas.microsoft.com/office/drawing/2014/main" id="{85A22A32-BD49-94A2-A5DA-1A0A33DC4856}"/>
                </a:ext>
              </a:extLst>
            </p:cNvPr>
            <p:cNvSpPr/>
            <p:nvPr/>
          </p:nvSpPr>
          <p:spPr>
            <a:xfrm>
              <a:off x="8294876" y="1634204"/>
              <a:ext cx="2289314" cy="1085825"/>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CLIENT</a:t>
              </a:r>
              <a:endParaRPr lang="it-IT" sz="2000" b="1">
                <a:solidFill>
                  <a:sysClr val="windowText" lastClr="000000"/>
                </a:solidFill>
              </a:endParaRPr>
            </a:p>
          </p:txBody>
        </p:sp>
      </p:grpSp>
      <p:sp>
        <p:nvSpPr>
          <p:cNvPr id="29" name="Rectangle: Rounded Corners 28">
            <a:extLst>
              <a:ext uri="{FF2B5EF4-FFF2-40B4-BE49-F238E27FC236}">
                <a16:creationId xmlns:a16="http://schemas.microsoft.com/office/drawing/2014/main" id="{E136C492-A01B-5989-C2E6-98EB132657CB}"/>
              </a:ext>
            </a:extLst>
          </p:cNvPr>
          <p:cNvSpPr/>
          <p:nvPr/>
        </p:nvSpPr>
        <p:spPr>
          <a:xfrm>
            <a:off x="13511919" y="1864543"/>
            <a:ext cx="2289313" cy="1616462"/>
          </a:xfrm>
          <a:prstGeom prst="roundRect">
            <a:avLst/>
          </a:prstGeom>
          <a:solidFill>
            <a:schemeClr val="accent1"/>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bg1"/>
                </a:solidFill>
              </a:rPr>
              <a:t>library</a:t>
            </a:r>
            <a:endParaRPr lang="it-IT" sz="2000" b="1">
              <a:solidFill>
                <a:schemeClr val="bg1"/>
              </a:solidFill>
            </a:endParaRPr>
          </a:p>
        </p:txBody>
      </p:sp>
      <p:sp>
        <p:nvSpPr>
          <p:cNvPr id="6" name="Rectangle: Rounded Corners 5">
            <a:extLst>
              <a:ext uri="{FF2B5EF4-FFF2-40B4-BE49-F238E27FC236}">
                <a16:creationId xmlns:a16="http://schemas.microsoft.com/office/drawing/2014/main" id="{05ECDF3A-A8C0-F86C-C5FF-A5A8D87CCF99}"/>
              </a:ext>
            </a:extLst>
          </p:cNvPr>
          <p:cNvSpPr/>
          <p:nvPr/>
        </p:nvSpPr>
        <p:spPr>
          <a:xfrm>
            <a:off x="5094659" y="1663447"/>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30" name="Rectangle: Rounded Corners 29">
            <a:extLst>
              <a:ext uri="{FF2B5EF4-FFF2-40B4-BE49-F238E27FC236}">
                <a16:creationId xmlns:a16="http://schemas.microsoft.com/office/drawing/2014/main" id="{C6E6B016-C7E0-50F6-CC75-1E846A2D1F0C}"/>
              </a:ext>
            </a:extLst>
          </p:cNvPr>
          <p:cNvSpPr/>
          <p:nvPr/>
        </p:nvSpPr>
        <p:spPr>
          <a:xfrm>
            <a:off x="13834938" y="4063922"/>
            <a:ext cx="1674337" cy="1085825"/>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b="1">
                <a:solidFill>
                  <a:sysClr val="windowText" lastClr="000000"/>
                </a:solidFill>
              </a:rPr>
              <a:t>demo</a:t>
            </a:r>
          </a:p>
        </p:txBody>
      </p:sp>
      <p:sp>
        <p:nvSpPr>
          <p:cNvPr id="31" name="TextBox 30">
            <a:extLst>
              <a:ext uri="{FF2B5EF4-FFF2-40B4-BE49-F238E27FC236}">
                <a16:creationId xmlns:a16="http://schemas.microsoft.com/office/drawing/2014/main" id="{B468DCE2-510B-5FC2-2CA8-95E5FB290158}"/>
              </a:ext>
            </a:extLst>
          </p:cNvPr>
          <p:cNvSpPr txBox="1"/>
          <p:nvPr/>
        </p:nvSpPr>
        <p:spPr>
          <a:xfrm>
            <a:off x="19018546" y="3783032"/>
            <a:ext cx="1422400" cy="369332"/>
          </a:xfrm>
          <a:prstGeom prst="rect">
            <a:avLst/>
          </a:prstGeom>
          <a:noFill/>
        </p:spPr>
        <p:txBody>
          <a:bodyPr wrap="square" rtlCol="0">
            <a:spAutoFit/>
          </a:bodyPr>
          <a:lstStyle/>
          <a:p>
            <a:pPr algn="ctr"/>
            <a:r>
              <a:rPr lang="it-IT" b="1" i="1"/>
              <a:t>service</a:t>
            </a:r>
          </a:p>
        </p:txBody>
      </p:sp>
      <p:sp>
        <p:nvSpPr>
          <p:cNvPr id="10" name="TextBox 9">
            <a:extLst>
              <a:ext uri="{FF2B5EF4-FFF2-40B4-BE49-F238E27FC236}">
                <a16:creationId xmlns:a16="http://schemas.microsoft.com/office/drawing/2014/main" id="{11026295-B960-14C7-9C3D-6E8AAEC4B99B}"/>
              </a:ext>
            </a:extLst>
          </p:cNvPr>
          <p:cNvSpPr txBox="1"/>
          <p:nvPr/>
        </p:nvSpPr>
        <p:spPr>
          <a:xfrm>
            <a:off x="5179968" y="3030986"/>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11" name="Arrow: Right 10">
            <a:extLst>
              <a:ext uri="{FF2B5EF4-FFF2-40B4-BE49-F238E27FC236}">
                <a16:creationId xmlns:a16="http://schemas.microsoft.com/office/drawing/2014/main" id="{FEE2D0AB-3E99-BC66-238B-99B9340D1A8F}"/>
              </a:ext>
            </a:extLst>
          </p:cNvPr>
          <p:cNvSpPr/>
          <p:nvPr/>
        </p:nvSpPr>
        <p:spPr>
          <a:xfrm>
            <a:off x="3270830" y="2023653"/>
            <a:ext cx="1734378" cy="528303"/>
          </a:xfrm>
          <a:prstGeom prst="rightArrow">
            <a:avLst>
              <a:gd name="adj1" fmla="val 50000"/>
              <a:gd name="adj2" fmla="val 9899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2" name="Straight Arrow Connector 31">
            <a:extLst>
              <a:ext uri="{FF2B5EF4-FFF2-40B4-BE49-F238E27FC236}">
                <a16:creationId xmlns:a16="http://schemas.microsoft.com/office/drawing/2014/main" id="{94333BFE-C770-05F9-7F68-422B5FB41F3A}"/>
              </a:ext>
            </a:extLst>
          </p:cNvPr>
          <p:cNvCxnSpPr>
            <a:endCxn id="25" idx="0"/>
          </p:cNvCxnSpPr>
          <p:nvPr/>
        </p:nvCxnSpPr>
        <p:spPr>
          <a:xfrm flipH="1">
            <a:off x="19729747" y="4102100"/>
            <a:ext cx="15531" cy="686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7D696A8-8C7D-2ECC-5DED-DD2EA008F365}"/>
              </a:ext>
            </a:extLst>
          </p:cNvPr>
          <p:cNvCxnSpPr>
            <a:stCxn id="31" idx="0"/>
            <a:endCxn id="24" idx="2"/>
          </p:cNvCxnSpPr>
          <p:nvPr/>
        </p:nvCxnSpPr>
        <p:spPr>
          <a:xfrm flipV="1">
            <a:off x="19729746" y="3147260"/>
            <a:ext cx="2" cy="6357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A7A19721-6E30-4F98-5972-738B3F9753A1}"/>
              </a:ext>
            </a:extLst>
          </p:cNvPr>
          <p:cNvSpPr txBox="1"/>
          <p:nvPr/>
        </p:nvSpPr>
        <p:spPr>
          <a:xfrm>
            <a:off x="16466590" y="2987376"/>
            <a:ext cx="1422400" cy="646331"/>
          </a:xfrm>
          <a:prstGeom prst="rect">
            <a:avLst/>
          </a:prstGeom>
          <a:noFill/>
        </p:spPr>
        <p:txBody>
          <a:bodyPr wrap="square" rtlCol="0">
            <a:spAutoFit/>
          </a:bodyPr>
          <a:lstStyle/>
          <a:p>
            <a:pPr algn="ctr"/>
            <a:r>
              <a:rPr lang="it-IT" b="1" i="1"/>
              <a:t>HTTP requests</a:t>
            </a:r>
          </a:p>
        </p:txBody>
      </p:sp>
      <p:sp>
        <p:nvSpPr>
          <p:cNvPr id="5" name="Rectangle: Rounded Corners 4">
            <a:extLst>
              <a:ext uri="{FF2B5EF4-FFF2-40B4-BE49-F238E27FC236}">
                <a16:creationId xmlns:a16="http://schemas.microsoft.com/office/drawing/2014/main" id="{A076051A-F608-903F-3158-05872E6D5D7D}"/>
              </a:ext>
            </a:extLst>
          </p:cNvPr>
          <p:cNvSpPr/>
          <p:nvPr/>
        </p:nvSpPr>
        <p:spPr>
          <a:xfrm>
            <a:off x="1005509" y="1663447"/>
            <a:ext cx="2289313" cy="1248716"/>
          </a:xfrm>
          <a:prstGeom prst="roundRect">
            <a:avLst/>
          </a:prstGeom>
          <a:solidFill>
            <a:schemeClr val="accent4">
              <a:lumMod val="20000"/>
              <a:lumOff val="80000"/>
            </a:schemeClr>
          </a:solidFill>
          <a:ln>
            <a:solidFill>
              <a:srgbClr val="FF0000"/>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Problem</a:t>
            </a:r>
            <a:endParaRPr lang="it-IT" sz="2000" b="1">
              <a:solidFill>
                <a:sysClr val="windowText" lastClr="000000"/>
              </a:solidFill>
            </a:endParaRPr>
          </a:p>
        </p:txBody>
      </p:sp>
      <p:cxnSp>
        <p:nvCxnSpPr>
          <p:cNvPr id="35" name="Straight Arrow Connector 34">
            <a:extLst>
              <a:ext uri="{FF2B5EF4-FFF2-40B4-BE49-F238E27FC236}">
                <a16:creationId xmlns:a16="http://schemas.microsoft.com/office/drawing/2014/main" id="{ED1F90F9-8D24-6482-C5CC-8602A4ADC087}"/>
              </a:ext>
            </a:extLst>
          </p:cNvPr>
          <p:cNvCxnSpPr>
            <a:cxnSpLocks/>
            <a:endCxn id="27" idx="3"/>
          </p:cNvCxnSpPr>
          <p:nvPr/>
        </p:nvCxnSpPr>
        <p:spPr>
          <a:xfrm flipH="1">
            <a:off x="16792011" y="3310542"/>
            <a:ext cx="6295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C3EDE18C-080A-32C0-D72B-82DAE06B8354}"/>
              </a:ext>
            </a:extLst>
          </p:cNvPr>
          <p:cNvCxnSpPr>
            <a:stCxn id="34" idx="3"/>
            <a:endCxn id="21" idx="1"/>
          </p:cNvCxnSpPr>
          <p:nvPr/>
        </p:nvCxnSpPr>
        <p:spPr>
          <a:xfrm flipH="1" flipV="1">
            <a:off x="17625373" y="3310420"/>
            <a:ext cx="263617" cy="1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48C38B54-7152-57FF-2221-A96F4D27D44F}"/>
              </a:ext>
            </a:extLst>
          </p:cNvPr>
          <p:cNvCxnSpPr>
            <a:stCxn id="29" idx="2"/>
            <a:endCxn id="30" idx="0"/>
          </p:cNvCxnSpPr>
          <p:nvPr/>
        </p:nvCxnSpPr>
        <p:spPr>
          <a:xfrm>
            <a:off x="14656576" y="3481005"/>
            <a:ext cx="15531" cy="58291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EE63B60-C2E7-1520-8224-38E81C9776FC}"/>
              </a:ext>
            </a:extLst>
          </p:cNvPr>
          <p:cNvSpPr txBox="1"/>
          <p:nvPr/>
        </p:nvSpPr>
        <p:spPr>
          <a:xfrm>
            <a:off x="1090818" y="3030986"/>
            <a:ext cx="2118693" cy="2031325"/>
          </a:xfrm>
          <a:prstGeom prst="rect">
            <a:avLst/>
          </a:prstGeom>
          <a:noFill/>
        </p:spPr>
        <p:txBody>
          <a:bodyPr wrap="square" rtlCol="0">
            <a:spAutoFit/>
          </a:bodyPr>
          <a:lstStyle/>
          <a:p>
            <a:pPr>
              <a:lnSpc>
                <a:spcPct val="150000"/>
              </a:lnSpc>
            </a:pPr>
            <a:r>
              <a:rPr lang="it-IT">
                <a:solidFill>
                  <a:srgbClr val="FF0000"/>
                </a:solidFill>
              </a:rPr>
              <a:t>data persistence</a:t>
            </a:r>
          </a:p>
          <a:p>
            <a:pPr>
              <a:lnSpc>
                <a:spcPct val="150000"/>
              </a:lnSpc>
            </a:pPr>
            <a:r>
              <a:rPr lang="it-IT">
                <a:solidFill>
                  <a:srgbClr val="FF0000"/>
                </a:solidFill>
              </a:rPr>
              <a:t>ask queries to db</a:t>
            </a:r>
          </a:p>
          <a:p>
            <a:pPr>
              <a:lnSpc>
                <a:spcPct val="150000"/>
              </a:lnSpc>
            </a:pPr>
            <a:r>
              <a:rPr lang="it-IT">
                <a:solidFill>
                  <a:srgbClr val="FF0000"/>
                </a:solidFill>
              </a:rPr>
              <a:t>retrieve responses</a:t>
            </a:r>
          </a:p>
          <a:p>
            <a:pPr>
              <a:lnSpc>
                <a:spcPct val="150000"/>
              </a:lnSpc>
            </a:pPr>
            <a:r>
              <a:rPr lang="it-IT">
                <a:solidFill>
                  <a:srgbClr val="FF0000"/>
                </a:solidFill>
              </a:rPr>
              <a:t>permit large usage</a:t>
            </a:r>
          </a:p>
          <a:p>
            <a:endParaRPr lang="it-IT"/>
          </a:p>
        </p:txBody>
      </p:sp>
      <p:cxnSp>
        <p:nvCxnSpPr>
          <p:cNvPr id="38" name="Straight Connector 37">
            <a:extLst>
              <a:ext uri="{FF2B5EF4-FFF2-40B4-BE49-F238E27FC236}">
                <a16:creationId xmlns:a16="http://schemas.microsoft.com/office/drawing/2014/main" id="{68835702-1A53-63DB-159F-CBE62D285CF7}"/>
              </a:ext>
            </a:extLst>
          </p:cNvPr>
          <p:cNvCxnSpPr>
            <a:cxnSpLocks/>
          </p:cNvCxnSpPr>
          <p:nvPr/>
        </p:nvCxnSpPr>
        <p:spPr>
          <a:xfrm>
            <a:off x="17778906" y="2625736"/>
            <a:ext cx="2187464" cy="954157"/>
          </a:xfrm>
          <a:prstGeom prst="line">
            <a:avLst/>
          </a:prstGeom>
          <a:ln>
            <a:no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8414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76515-61CC-332B-D148-EFC32C460136}"/>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50D925BE-4699-8396-A0D6-5E16C156B9AC}"/>
              </a:ext>
            </a:extLst>
          </p:cNvPr>
          <p:cNvSpPr/>
          <p:nvPr/>
        </p:nvSpPr>
        <p:spPr>
          <a:xfrm>
            <a:off x="5640456" y="-78288"/>
            <a:ext cx="6680548" cy="7014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Arrow: Right 10">
            <a:extLst>
              <a:ext uri="{FF2B5EF4-FFF2-40B4-BE49-F238E27FC236}">
                <a16:creationId xmlns:a16="http://schemas.microsoft.com/office/drawing/2014/main" id="{DDB84526-F53F-8D90-E589-019329CAF8B5}"/>
              </a:ext>
            </a:extLst>
          </p:cNvPr>
          <p:cNvSpPr/>
          <p:nvPr/>
        </p:nvSpPr>
        <p:spPr>
          <a:xfrm>
            <a:off x="-2752283" y="2023653"/>
            <a:ext cx="1734378" cy="528303"/>
          </a:xfrm>
          <a:prstGeom prst="rightArrow">
            <a:avLst>
              <a:gd name="adj1" fmla="val 50000"/>
              <a:gd name="adj2" fmla="val 9899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Date Placeholder 1">
            <a:extLst>
              <a:ext uri="{FF2B5EF4-FFF2-40B4-BE49-F238E27FC236}">
                <a16:creationId xmlns:a16="http://schemas.microsoft.com/office/drawing/2014/main" id="{9CD3ABF6-98DD-23C2-28C4-4315BC540085}"/>
              </a:ext>
            </a:extLst>
          </p:cNvPr>
          <p:cNvSpPr>
            <a:spLocks noGrp="1"/>
          </p:cNvSpPr>
          <p:nvPr>
            <p:ph type="dt" sz="half" idx="10"/>
          </p:nvPr>
        </p:nvSpPr>
        <p:spPr/>
        <p:txBody>
          <a:bodyPr/>
          <a:lstStyle/>
          <a:p>
            <a:fld id="{AF14D244-3375-4C9F-BD30-C1B79BA9FCA8}" type="datetime1">
              <a:rPr lang="it-CH" smtClean="0"/>
              <a:t>05.06.2025</a:t>
            </a:fld>
            <a:endParaRPr lang="it-CH"/>
          </a:p>
        </p:txBody>
      </p:sp>
      <p:sp>
        <p:nvSpPr>
          <p:cNvPr id="3" name="Footer Placeholder 2">
            <a:extLst>
              <a:ext uri="{FF2B5EF4-FFF2-40B4-BE49-F238E27FC236}">
                <a16:creationId xmlns:a16="http://schemas.microsoft.com/office/drawing/2014/main" id="{8AE089EC-AD1B-2BB1-E3C2-724B2CAD7C2D}"/>
              </a:ext>
            </a:extLst>
          </p:cNvPr>
          <p:cNvSpPr>
            <a:spLocks noGrp="1"/>
          </p:cNvSpPr>
          <p:nvPr>
            <p:ph type="ftr" sz="quarter" idx="11"/>
          </p:nvPr>
        </p:nvSpPr>
        <p:spPr/>
        <p:txBody>
          <a:bodyPr/>
          <a:lstStyle/>
          <a:p>
            <a:r>
              <a:rPr lang="it-CH"/>
              <a:t>Group 06 - task manager</a:t>
            </a:r>
          </a:p>
        </p:txBody>
      </p:sp>
      <p:sp>
        <p:nvSpPr>
          <p:cNvPr id="4" name="Slide Number Placeholder 3">
            <a:extLst>
              <a:ext uri="{FF2B5EF4-FFF2-40B4-BE49-F238E27FC236}">
                <a16:creationId xmlns:a16="http://schemas.microsoft.com/office/drawing/2014/main" id="{CC4D5CA5-8A95-B4E3-4838-C553E552FDD8}"/>
              </a:ext>
            </a:extLst>
          </p:cNvPr>
          <p:cNvSpPr>
            <a:spLocks noGrp="1"/>
          </p:cNvSpPr>
          <p:nvPr>
            <p:ph type="sldNum" sz="quarter" idx="12"/>
          </p:nvPr>
        </p:nvSpPr>
        <p:spPr/>
        <p:txBody>
          <a:bodyPr/>
          <a:lstStyle/>
          <a:p>
            <a:fld id="{09B84523-820D-4965-B47E-17F917200B06}" type="slidenum">
              <a:rPr lang="it-CH" smtClean="0"/>
              <a:t>5</a:t>
            </a:fld>
            <a:endParaRPr lang="it-CH"/>
          </a:p>
        </p:txBody>
      </p:sp>
      <p:sp>
        <p:nvSpPr>
          <p:cNvPr id="5" name="Rectangle: Rounded Corners 4">
            <a:extLst>
              <a:ext uri="{FF2B5EF4-FFF2-40B4-BE49-F238E27FC236}">
                <a16:creationId xmlns:a16="http://schemas.microsoft.com/office/drawing/2014/main" id="{DB6059A5-941D-1F98-888E-A51F123916A0}"/>
              </a:ext>
            </a:extLst>
          </p:cNvPr>
          <p:cNvSpPr/>
          <p:nvPr/>
        </p:nvSpPr>
        <p:spPr>
          <a:xfrm>
            <a:off x="-3566491" y="1663447"/>
            <a:ext cx="2289313" cy="1248716"/>
          </a:xfrm>
          <a:prstGeom prst="roundRect">
            <a:avLst/>
          </a:prstGeom>
          <a:solidFill>
            <a:schemeClr val="accent4">
              <a:lumMod val="20000"/>
              <a:lumOff val="80000"/>
            </a:schemeClr>
          </a:solidFill>
          <a:ln>
            <a:solidFill>
              <a:srgbClr val="FF0000"/>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Problem</a:t>
            </a:r>
            <a:endParaRPr lang="it-IT" sz="2000" b="1">
              <a:solidFill>
                <a:sysClr val="windowText" lastClr="000000"/>
              </a:solidFill>
            </a:endParaRPr>
          </a:p>
        </p:txBody>
      </p:sp>
      <p:sp>
        <p:nvSpPr>
          <p:cNvPr id="6" name="Rectangle: Rounded Corners 5">
            <a:extLst>
              <a:ext uri="{FF2B5EF4-FFF2-40B4-BE49-F238E27FC236}">
                <a16:creationId xmlns:a16="http://schemas.microsoft.com/office/drawing/2014/main" id="{105C43FC-0ACB-BDA7-5901-03D4F0A9527C}"/>
              </a:ext>
            </a:extLst>
          </p:cNvPr>
          <p:cNvSpPr/>
          <p:nvPr/>
        </p:nvSpPr>
        <p:spPr>
          <a:xfrm>
            <a:off x="327189" y="1663447"/>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13" name="Rectangle: Rounded Corners 12">
            <a:extLst>
              <a:ext uri="{FF2B5EF4-FFF2-40B4-BE49-F238E27FC236}">
                <a16:creationId xmlns:a16="http://schemas.microsoft.com/office/drawing/2014/main" id="{C74151D3-CFD2-951B-445C-9E23C98F5C04}"/>
              </a:ext>
            </a:extLst>
          </p:cNvPr>
          <p:cNvSpPr/>
          <p:nvPr/>
        </p:nvSpPr>
        <p:spPr>
          <a:xfrm>
            <a:off x="2893943" y="1663447"/>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15" name="Straight Connector 14">
            <a:extLst>
              <a:ext uri="{FF2B5EF4-FFF2-40B4-BE49-F238E27FC236}">
                <a16:creationId xmlns:a16="http://schemas.microsoft.com/office/drawing/2014/main" id="{7AC32DC3-8B72-D751-87DA-8DC897EA667A}"/>
              </a:ext>
            </a:extLst>
          </p:cNvPr>
          <p:cNvCxnSpPr>
            <a:stCxn id="6" idx="3"/>
            <a:endCxn id="13" idx="1"/>
          </p:cNvCxnSpPr>
          <p:nvPr/>
        </p:nvCxnSpPr>
        <p:spPr>
          <a:xfrm>
            <a:off x="2616502" y="2287805"/>
            <a:ext cx="277441"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E88B93A-E8B5-FDD4-2F0A-133137AD258B}"/>
              </a:ext>
            </a:extLst>
          </p:cNvPr>
          <p:cNvSpPr txBox="1"/>
          <p:nvPr/>
        </p:nvSpPr>
        <p:spPr>
          <a:xfrm>
            <a:off x="-3481182" y="3030986"/>
            <a:ext cx="2118693" cy="2031325"/>
          </a:xfrm>
          <a:prstGeom prst="rect">
            <a:avLst/>
          </a:prstGeom>
          <a:noFill/>
        </p:spPr>
        <p:txBody>
          <a:bodyPr wrap="square" rtlCol="0">
            <a:spAutoFit/>
          </a:bodyPr>
          <a:lstStyle/>
          <a:p>
            <a:pPr>
              <a:lnSpc>
                <a:spcPct val="150000"/>
              </a:lnSpc>
            </a:pPr>
            <a:r>
              <a:rPr lang="it-IT">
                <a:solidFill>
                  <a:srgbClr val="FF0000"/>
                </a:solidFill>
              </a:rPr>
              <a:t>data persistence</a:t>
            </a:r>
          </a:p>
          <a:p>
            <a:pPr>
              <a:lnSpc>
                <a:spcPct val="150000"/>
              </a:lnSpc>
            </a:pPr>
            <a:r>
              <a:rPr lang="it-IT">
                <a:solidFill>
                  <a:srgbClr val="FF0000"/>
                </a:solidFill>
              </a:rPr>
              <a:t>ask queries to db</a:t>
            </a:r>
          </a:p>
          <a:p>
            <a:pPr>
              <a:lnSpc>
                <a:spcPct val="150000"/>
              </a:lnSpc>
            </a:pPr>
            <a:r>
              <a:rPr lang="it-IT">
                <a:solidFill>
                  <a:srgbClr val="FF0000"/>
                </a:solidFill>
              </a:rPr>
              <a:t>retrieve responses</a:t>
            </a:r>
          </a:p>
          <a:p>
            <a:pPr>
              <a:lnSpc>
                <a:spcPct val="150000"/>
              </a:lnSpc>
            </a:pPr>
            <a:r>
              <a:rPr lang="it-IT">
                <a:solidFill>
                  <a:srgbClr val="FF0000"/>
                </a:solidFill>
              </a:rPr>
              <a:t>permit large usage</a:t>
            </a:r>
          </a:p>
          <a:p>
            <a:endParaRPr lang="it-IT"/>
          </a:p>
        </p:txBody>
      </p:sp>
      <p:sp>
        <p:nvSpPr>
          <p:cNvPr id="10" name="TextBox 9">
            <a:extLst>
              <a:ext uri="{FF2B5EF4-FFF2-40B4-BE49-F238E27FC236}">
                <a16:creationId xmlns:a16="http://schemas.microsoft.com/office/drawing/2014/main" id="{44FF1172-5C67-86F0-0C90-DF1221A48829}"/>
              </a:ext>
            </a:extLst>
          </p:cNvPr>
          <p:cNvSpPr txBox="1"/>
          <p:nvPr/>
        </p:nvSpPr>
        <p:spPr>
          <a:xfrm>
            <a:off x="412498" y="3030986"/>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12" name="TextBox 11">
            <a:extLst>
              <a:ext uri="{FF2B5EF4-FFF2-40B4-BE49-F238E27FC236}">
                <a16:creationId xmlns:a16="http://schemas.microsoft.com/office/drawing/2014/main" id="{AFAA663D-CFC4-B026-41C7-7E6A77B7FFBC}"/>
              </a:ext>
            </a:extLst>
          </p:cNvPr>
          <p:cNvSpPr txBox="1"/>
          <p:nvPr/>
        </p:nvSpPr>
        <p:spPr>
          <a:xfrm>
            <a:off x="2979252" y="3030986"/>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cxnSp>
        <p:nvCxnSpPr>
          <p:cNvPr id="16" name="Straight Arrow Connector 15">
            <a:extLst>
              <a:ext uri="{FF2B5EF4-FFF2-40B4-BE49-F238E27FC236}">
                <a16:creationId xmlns:a16="http://schemas.microsoft.com/office/drawing/2014/main" id="{F9602609-4082-B2A5-DF3C-A3E53C8A8ECA}"/>
              </a:ext>
            </a:extLst>
          </p:cNvPr>
          <p:cNvCxnSpPr/>
          <p:nvPr/>
        </p:nvCxnSpPr>
        <p:spPr>
          <a:xfrm>
            <a:off x="1888034" y="3319670"/>
            <a:ext cx="10912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287156B-1800-49BC-B9BB-3AAD8B6CD46E}"/>
              </a:ext>
            </a:extLst>
          </p:cNvPr>
          <p:cNvCxnSpPr>
            <a:cxnSpLocks/>
          </p:cNvCxnSpPr>
          <p:nvPr/>
        </p:nvCxnSpPr>
        <p:spPr>
          <a:xfrm>
            <a:off x="2329069" y="3727174"/>
            <a:ext cx="6501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E991AA0-7947-8941-8003-244A2DFCBE59}"/>
              </a:ext>
            </a:extLst>
          </p:cNvPr>
          <p:cNvCxnSpPr>
            <a:cxnSpLocks/>
          </p:cNvCxnSpPr>
          <p:nvPr/>
        </p:nvCxnSpPr>
        <p:spPr>
          <a:xfrm>
            <a:off x="1066800" y="4144618"/>
            <a:ext cx="191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D0319A44-3815-4A9D-43BE-8818CEA4C06F}"/>
              </a:ext>
            </a:extLst>
          </p:cNvPr>
          <p:cNvCxnSpPr>
            <a:cxnSpLocks/>
          </p:cNvCxnSpPr>
          <p:nvPr/>
        </p:nvCxnSpPr>
        <p:spPr>
          <a:xfrm>
            <a:off x="2109848" y="4562061"/>
            <a:ext cx="8694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D24E63C5-3FF8-B464-EF4F-232386140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4201" y="1285166"/>
            <a:ext cx="3443909" cy="2295939"/>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0A78882A-5C3A-A4EA-5582-356F77D36E00}"/>
              </a:ext>
            </a:extLst>
          </p:cNvPr>
          <p:cNvSpPr/>
          <p:nvPr/>
        </p:nvSpPr>
        <p:spPr>
          <a:xfrm>
            <a:off x="87682" y="3581105"/>
            <a:ext cx="5467463" cy="16849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 name="TextBox 28">
            <a:extLst>
              <a:ext uri="{FF2B5EF4-FFF2-40B4-BE49-F238E27FC236}">
                <a16:creationId xmlns:a16="http://schemas.microsoft.com/office/drawing/2014/main" id="{26D4B7BE-4507-4DE4-685A-1C5A07BEC97B}"/>
              </a:ext>
            </a:extLst>
          </p:cNvPr>
          <p:cNvSpPr txBox="1"/>
          <p:nvPr/>
        </p:nvSpPr>
        <p:spPr>
          <a:xfrm>
            <a:off x="7898069" y="3581105"/>
            <a:ext cx="3272134" cy="129888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it-IT"/>
              <a:t>lightweight</a:t>
            </a:r>
          </a:p>
          <a:p>
            <a:pPr marL="285750" indent="-285750">
              <a:lnSpc>
                <a:spcPct val="150000"/>
              </a:lnSpc>
              <a:buFont typeface="Arial" panose="020B0604020202020204" pitchFamily="34" charset="0"/>
              <a:buChar char="•"/>
            </a:pPr>
            <a:r>
              <a:rPr lang="it-IT"/>
              <a:t>serverless database</a:t>
            </a:r>
          </a:p>
          <a:p>
            <a:pPr marL="285750" indent="-285750">
              <a:lnSpc>
                <a:spcPct val="150000"/>
              </a:lnSpc>
              <a:buFont typeface="Arial" panose="020B0604020202020204" pitchFamily="34" charset="0"/>
              <a:buChar char="•"/>
            </a:pPr>
            <a:r>
              <a:rPr lang="en-GB"/>
              <a:t>widely used for small-scale</a:t>
            </a:r>
            <a:endParaRPr lang="it-IT"/>
          </a:p>
        </p:txBody>
      </p:sp>
      <p:sp>
        <p:nvSpPr>
          <p:cNvPr id="30" name="TextBox 29">
            <a:extLst>
              <a:ext uri="{FF2B5EF4-FFF2-40B4-BE49-F238E27FC236}">
                <a16:creationId xmlns:a16="http://schemas.microsoft.com/office/drawing/2014/main" id="{90259EE8-377C-CE0C-6FF6-EC27E4DC6C9C}"/>
              </a:ext>
            </a:extLst>
          </p:cNvPr>
          <p:cNvSpPr txBox="1"/>
          <p:nvPr/>
        </p:nvSpPr>
        <p:spPr>
          <a:xfrm>
            <a:off x="6266430" y="285375"/>
            <a:ext cx="5428599" cy="523220"/>
          </a:xfrm>
          <a:prstGeom prst="rect">
            <a:avLst/>
          </a:prstGeom>
          <a:noFill/>
        </p:spPr>
        <p:txBody>
          <a:bodyPr wrap="square" rtlCol="0">
            <a:spAutoFit/>
          </a:bodyPr>
          <a:lstStyle/>
          <a:p>
            <a:r>
              <a:rPr lang="en-GB" sz="2800" b="1">
                <a:solidFill>
                  <a:schemeClr val="accent1"/>
                </a:solidFill>
              </a:rPr>
              <a:t>Backend</a:t>
            </a:r>
            <a:endParaRPr lang="it-IT" sz="2800" b="1">
              <a:solidFill>
                <a:schemeClr val="accent1"/>
              </a:solidFill>
            </a:endParaRPr>
          </a:p>
        </p:txBody>
      </p:sp>
    </p:spTree>
    <p:extLst>
      <p:ext uri="{BB962C8B-B14F-4D97-AF65-F5344CB8AC3E}">
        <p14:creationId xmlns:p14="http://schemas.microsoft.com/office/powerpoint/2010/main" val="3810689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18E9EC-D727-2DDC-1DBE-A3DF9053949B}"/>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DC3D352F-E73E-FAD3-2708-997516BB8884}"/>
              </a:ext>
            </a:extLst>
          </p:cNvPr>
          <p:cNvPicPr>
            <a:picLocks noChangeAspect="1"/>
          </p:cNvPicPr>
          <p:nvPr/>
        </p:nvPicPr>
        <p:blipFill>
          <a:blip r:embed="rId2"/>
          <a:srcRect l="49583" t="6202" r="1459" b="27065"/>
          <a:stretch/>
        </p:blipFill>
        <p:spPr>
          <a:xfrm>
            <a:off x="2531191" y="3763346"/>
            <a:ext cx="2774206" cy="1145725"/>
          </a:xfrm>
          <a:prstGeom prst="rect">
            <a:avLst/>
          </a:prstGeom>
          <a:ln>
            <a:solidFill>
              <a:schemeClr val="bg2">
                <a:lumMod val="90000"/>
              </a:schemeClr>
            </a:solidFill>
          </a:ln>
        </p:spPr>
      </p:pic>
      <p:pic>
        <p:nvPicPr>
          <p:cNvPr id="33" name="Picture 32">
            <a:extLst>
              <a:ext uri="{FF2B5EF4-FFF2-40B4-BE49-F238E27FC236}">
                <a16:creationId xmlns:a16="http://schemas.microsoft.com/office/drawing/2014/main" id="{169ABF6C-CC6E-09C3-3ABE-8C9F954586FC}"/>
              </a:ext>
            </a:extLst>
          </p:cNvPr>
          <p:cNvPicPr>
            <a:picLocks noChangeAspect="1"/>
          </p:cNvPicPr>
          <p:nvPr/>
        </p:nvPicPr>
        <p:blipFill>
          <a:blip r:embed="rId2"/>
          <a:srcRect l="2003" t="6072" r="55900" b="2659"/>
          <a:stretch/>
        </p:blipFill>
        <p:spPr>
          <a:xfrm>
            <a:off x="2531191" y="1485603"/>
            <a:ext cx="2775024" cy="1822865"/>
          </a:xfrm>
          <a:prstGeom prst="rect">
            <a:avLst/>
          </a:prstGeom>
          <a:ln>
            <a:solidFill>
              <a:schemeClr val="bg2">
                <a:lumMod val="90000"/>
              </a:schemeClr>
            </a:solidFill>
          </a:ln>
        </p:spPr>
      </p:pic>
      <p:pic>
        <p:nvPicPr>
          <p:cNvPr id="30" name="Picture 29">
            <a:extLst>
              <a:ext uri="{FF2B5EF4-FFF2-40B4-BE49-F238E27FC236}">
                <a16:creationId xmlns:a16="http://schemas.microsoft.com/office/drawing/2014/main" id="{5E1F6C6A-19F1-43CA-3AF8-8BD700C290AB}"/>
              </a:ext>
            </a:extLst>
          </p:cNvPr>
          <p:cNvPicPr>
            <a:picLocks noChangeAspect="1"/>
          </p:cNvPicPr>
          <p:nvPr/>
        </p:nvPicPr>
        <p:blipFill>
          <a:blip r:embed="rId2"/>
          <a:srcRect l="49583" t="6202" r="1459" b="27065"/>
          <a:stretch/>
        </p:blipFill>
        <p:spPr>
          <a:xfrm>
            <a:off x="3203825" y="3763346"/>
            <a:ext cx="2774206" cy="1145725"/>
          </a:xfrm>
          <a:prstGeom prst="rect">
            <a:avLst/>
          </a:prstGeom>
          <a:ln>
            <a:solidFill>
              <a:schemeClr val="bg2">
                <a:lumMod val="90000"/>
              </a:schemeClr>
            </a:solidFill>
          </a:ln>
        </p:spPr>
      </p:pic>
      <p:pic>
        <p:nvPicPr>
          <p:cNvPr id="31" name="Picture 30">
            <a:extLst>
              <a:ext uri="{FF2B5EF4-FFF2-40B4-BE49-F238E27FC236}">
                <a16:creationId xmlns:a16="http://schemas.microsoft.com/office/drawing/2014/main" id="{A1893468-3EE1-4F19-8080-3E9C4C8F7297}"/>
              </a:ext>
            </a:extLst>
          </p:cNvPr>
          <p:cNvPicPr>
            <a:picLocks noChangeAspect="1"/>
          </p:cNvPicPr>
          <p:nvPr/>
        </p:nvPicPr>
        <p:blipFill>
          <a:blip r:embed="rId2"/>
          <a:srcRect l="2003" t="6072" r="55900" b="2659"/>
          <a:stretch/>
        </p:blipFill>
        <p:spPr>
          <a:xfrm>
            <a:off x="3203825" y="1485603"/>
            <a:ext cx="2775024" cy="1822865"/>
          </a:xfrm>
          <a:prstGeom prst="rect">
            <a:avLst/>
          </a:prstGeom>
          <a:ln>
            <a:solidFill>
              <a:schemeClr val="bg2">
                <a:lumMod val="90000"/>
              </a:schemeClr>
            </a:solidFill>
          </a:ln>
        </p:spPr>
      </p:pic>
      <p:sp>
        <p:nvSpPr>
          <p:cNvPr id="17" name="Rectangle 16">
            <a:extLst>
              <a:ext uri="{FF2B5EF4-FFF2-40B4-BE49-F238E27FC236}">
                <a16:creationId xmlns:a16="http://schemas.microsoft.com/office/drawing/2014/main" id="{F52D8E19-16BC-A555-4FCD-E438EE926763}"/>
              </a:ext>
            </a:extLst>
          </p:cNvPr>
          <p:cNvSpPr/>
          <p:nvPr/>
        </p:nvSpPr>
        <p:spPr>
          <a:xfrm>
            <a:off x="5640456" y="-7193061"/>
            <a:ext cx="6680548" cy="7014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ctangle: Rounded Corners 17">
            <a:extLst>
              <a:ext uri="{FF2B5EF4-FFF2-40B4-BE49-F238E27FC236}">
                <a16:creationId xmlns:a16="http://schemas.microsoft.com/office/drawing/2014/main" id="{CA640BDC-52ED-FF3F-D2FF-111C29E031DB}"/>
              </a:ext>
            </a:extLst>
          </p:cNvPr>
          <p:cNvSpPr/>
          <p:nvPr/>
        </p:nvSpPr>
        <p:spPr>
          <a:xfrm>
            <a:off x="327189" y="-5451326"/>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19" name="Rectangle: Rounded Corners 18">
            <a:extLst>
              <a:ext uri="{FF2B5EF4-FFF2-40B4-BE49-F238E27FC236}">
                <a16:creationId xmlns:a16="http://schemas.microsoft.com/office/drawing/2014/main" id="{912BA4D6-BA31-9D07-E015-621DF6819046}"/>
              </a:ext>
            </a:extLst>
          </p:cNvPr>
          <p:cNvSpPr/>
          <p:nvPr/>
        </p:nvSpPr>
        <p:spPr>
          <a:xfrm>
            <a:off x="2893943" y="-5451326"/>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20" name="Straight Connector 19">
            <a:extLst>
              <a:ext uri="{FF2B5EF4-FFF2-40B4-BE49-F238E27FC236}">
                <a16:creationId xmlns:a16="http://schemas.microsoft.com/office/drawing/2014/main" id="{EDFE226F-0CC1-A316-949A-8E5FF487F838}"/>
              </a:ext>
            </a:extLst>
          </p:cNvPr>
          <p:cNvCxnSpPr>
            <a:stCxn id="18" idx="3"/>
            <a:endCxn id="19" idx="1"/>
          </p:cNvCxnSpPr>
          <p:nvPr/>
        </p:nvCxnSpPr>
        <p:spPr>
          <a:xfrm>
            <a:off x="2616502" y="-4826968"/>
            <a:ext cx="277441" cy="0"/>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03E310D5-3BA8-E2D7-8C8F-68A15C49B4BB}"/>
              </a:ext>
            </a:extLst>
          </p:cNvPr>
          <p:cNvSpPr txBox="1"/>
          <p:nvPr/>
        </p:nvSpPr>
        <p:spPr>
          <a:xfrm>
            <a:off x="412498" y="-4083787"/>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22" name="TextBox 21">
            <a:extLst>
              <a:ext uri="{FF2B5EF4-FFF2-40B4-BE49-F238E27FC236}">
                <a16:creationId xmlns:a16="http://schemas.microsoft.com/office/drawing/2014/main" id="{932915F7-C778-5A0E-45B1-4F36D06887A2}"/>
              </a:ext>
            </a:extLst>
          </p:cNvPr>
          <p:cNvSpPr txBox="1"/>
          <p:nvPr/>
        </p:nvSpPr>
        <p:spPr>
          <a:xfrm>
            <a:off x="2979252" y="-4083787"/>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cxnSp>
        <p:nvCxnSpPr>
          <p:cNvPr id="23" name="Straight Arrow Connector 22">
            <a:extLst>
              <a:ext uri="{FF2B5EF4-FFF2-40B4-BE49-F238E27FC236}">
                <a16:creationId xmlns:a16="http://schemas.microsoft.com/office/drawing/2014/main" id="{0889A6AF-5BB4-EE17-C3A0-86A8B2AB2C80}"/>
              </a:ext>
            </a:extLst>
          </p:cNvPr>
          <p:cNvCxnSpPr/>
          <p:nvPr/>
        </p:nvCxnSpPr>
        <p:spPr>
          <a:xfrm>
            <a:off x="1888034" y="-3795103"/>
            <a:ext cx="10912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ABE6CD7-9E32-8FB1-F4AB-A5C568E49E86}"/>
              </a:ext>
            </a:extLst>
          </p:cNvPr>
          <p:cNvCxnSpPr>
            <a:cxnSpLocks/>
          </p:cNvCxnSpPr>
          <p:nvPr/>
        </p:nvCxnSpPr>
        <p:spPr>
          <a:xfrm>
            <a:off x="2329069" y="-3387599"/>
            <a:ext cx="6501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A693BFD-EDA6-8E06-90FD-EE42A2B6A7C7}"/>
              </a:ext>
            </a:extLst>
          </p:cNvPr>
          <p:cNvCxnSpPr>
            <a:cxnSpLocks/>
          </p:cNvCxnSpPr>
          <p:nvPr/>
        </p:nvCxnSpPr>
        <p:spPr>
          <a:xfrm>
            <a:off x="1066800" y="-2970155"/>
            <a:ext cx="191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27E5C79-F24F-6E62-51CA-2CC30B3949A6}"/>
              </a:ext>
            </a:extLst>
          </p:cNvPr>
          <p:cNvCxnSpPr>
            <a:cxnSpLocks/>
          </p:cNvCxnSpPr>
          <p:nvPr/>
        </p:nvCxnSpPr>
        <p:spPr>
          <a:xfrm>
            <a:off x="2109848" y="-2552712"/>
            <a:ext cx="8694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7" name="Picture 2">
            <a:extLst>
              <a:ext uri="{FF2B5EF4-FFF2-40B4-BE49-F238E27FC236}">
                <a16:creationId xmlns:a16="http://schemas.microsoft.com/office/drawing/2014/main" id="{D63179BE-EB47-EB4B-5BF4-EC030CADC0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4201" y="-5829607"/>
            <a:ext cx="3443909" cy="2295939"/>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B81E50BC-686F-FF15-AADA-20910F39CAE2}"/>
              </a:ext>
            </a:extLst>
          </p:cNvPr>
          <p:cNvSpPr/>
          <p:nvPr/>
        </p:nvSpPr>
        <p:spPr>
          <a:xfrm>
            <a:off x="87682" y="-3533668"/>
            <a:ext cx="5467463" cy="16849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 name="TextBox 28">
            <a:extLst>
              <a:ext uri="{FF2B5EF4-FFF2-40B4-BE49-F238E27FC236}">
                <a16:creationId xmlns:a16="http://schemas.microsoft.com/office/drawing/2014/main" id="{1EA19F91-75FD-91F1-2BDE-0FC0F85146A2}"/>
              </a:ext>
            </a:extLst>
          </p:cNvPr>
          <p:cNvSpPr txBox="1"/>
          <p:nvPr/>
        </p:nvSpPr>
        <p:spPr>
          <a:xfrm>
            <a:off x="7898069" y="-3533668"/>
            <a:ext cx="3272134" cy="129888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it-IT"/>
              <a:t>lightweight</a:t>
            </a:r>
          </a:p>
          <a:p>
            <a:pPr marL="285750" indent="-285750">
              <a:lnSpc>
                <a:spcPct val="150000"/>
              </a:lnSpc>
              <a:buFont typeface="Arial" panose="020B0604020202020204" pitchFamily="34" charset="0"/>
              <a:buChar char="•"/>
            </a:pPr>
            <a:r>
              <a:rPr lang="it-IT"/>
              <a:t>serverless database</a:t>
            </a:r>
          </a:p>
          <a:p>
            <a:pPr marL="285750" indent="-285750">
              <a:lnSpc>
                <a:spcPct val="150000"/>
              </a:lnSpc>
              <a:buFont typeface="Arial" panose="020B0604020202020204" pitchFamily="34" charset="0"/>
              <a:buChar char="•"/>
            </a:pPr>
            <a:r>
              <a:rPr lang="en-GB"/>
              <a:t>widely used for small-scale</a:t>
            </a:r>
            <a:endParaRPr lang="it-IT"/>
          </a:p>
        </p:txBody>
      </p:sp>
      <p:pic>
        <p:nvPicPr>
          <p:cNvPr id="16" name="Picture 15" descr="A diagram of a computer&#10;&#10;AI-generated content may be incorrect.">
            <a:extLst>
              <a:ext uri="{FF2B5EF4-FFF2-40B4-BE49-F238E27FC236}">
                <a16:creationId xmlns:a16="http://schemas.microsoft.com/office/drawing/2014/main" id="{D578C92B-047D-4D79-FF21-5291B2B513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4269" y="316868"/>
            <a:ext cx="8242126" cy="6346436"/>
          </a:xfrm>
          <a:prstGeom prst="rect">
            <a:avLst/>
          </a:prstGeom>
        </p:spPr>
      </p:pic>
      <p:sp>
        <p:nvSpPr>
          <p:cNvPr id="2" name="Date Placeholder 1">
            <a:extLst>
              <a:ext uri="{FF2B5EF4-FFF2-40B4-BE49-F238E27FC236}">
                <a16:creationId xmlns:a16="http://schemas.microsoft.com/office/drawing/2014/main" id="{80F85A12-D5F8-69B8-DECB-D07189ACB1DB}"/>
              </a:ext>
            </a:extLst>
          </p:cNvPr>
          <p:cNvSpPr>
            <a:spLocks noGrp="1"/>
          </p:cNvSpPr>
          <p:nvPr>
            <p:ph type="dt" sz="half" idx="10"/>
          </p:nvPr>
        </p:nvSpPr>
        <p:spPr>
          <a:xfrm>
            <a:off x="838200" y="6356350"/>
            <a:ext cx="2743200" cy="365125"/>
          </a:xfrm>
        </p:spPr>
        <p:txBody>
          <a:bodyPr>
            <a:normAutofit/>
          </a:bodyPr>
          <a:lstStyle/>
          <a:p>
            <a:pPr>
              <a:spcAft>
                <a:spcPts val="600"/>
              </a:spcAft>
            </a:pPr>
            <a:fld id="{AF14D244-3375-4C9F-BD30-C1B79BA9FCA8}" type="datetime1">
              <a:rPr lang="it-CH" smtClean="0"/>
              <a:pPr>
                <a:spcAft>
                  <a:spcPts val="600"/>
                </a:spcAft>
              </a:pPr>
              <a:t>05.06.2025</a:t>
            </a:fld>
            <a:endParaRPr lang="it-CH"/>
          </a:p>
        </p:txBody>
      </p:sp>
      <p:sp>
        <p:nvSpPr>
          <p:cNvPr id="3" name="Footer Placeholder 2">
            <a:extLst>
              <a:ext uri="{FF2B5EF4-FFF2-40B4-BE49-F238E27FC236}">
                <a16:creationId xmlns:a16="http://schemas.microsoft.com/office/drawing/2014/main" id="{984607B4-1FA1-1800-0A11-369B3BEE926B}"/>
              </a:ext>
            </a:extLst>
          </p:cNvPr>
          <p:cNvSpPr>
            <a:spLocks noGrp="1"/>
          </p:cNvSpPr>
          <p:nvPr>
            <p:ph type="ftr" sz="quarter" idx="11"/>
          </p:nvPr>
        </p:nvSpPr>
        <p:spPr>
          <a:xfrm>
            <a:off x="4038600" y="6356350"/>
            <a:ext cx="4114800" cy="365125"/>
          </a:xfrm>
        </p:spPr>
        <p:txBody>
          <a:bodyPr>
            <a:normAutofit/>
          </a:bodyPr>
          <a:lstStyle/>
          <a:p>
            <a:pPr>
              <a:spcAft>
                <a:spcPts val="600"/>
              </a:spcAft>
            </a:pPr>
            <a:r>
              <a:rPr lang="it-CH"/>
              <a:t>Group 06 - task manager</a:t>
            </a:r>
          </a:p>
        </p:txBody>
      </p:sp>
      <p:sp>
        <p:nvSpPr>
          <p:cNvPr id="4" name="Slide Number Placeholder 3">
            <a:extLst>
              <a:ext uri="{FF2B5EF4-FFF2-40B4-BE49-F238E27FC236}">
                <a16:creationId xmlns:a16="http://schemas.microsoft.com/office/drawing/2014/main" id="{7BE49D72-CCD4-A8E7-AAB1-B199E9F8041D}"/>
              </a:ext>
            </a:extLst>
          </p:cNvPr>
          <p:cNvSpPr>
            <a:spLocks noGrp="1"/>
          </p:cNvSpPr>
          <p:nvPr>
            <p:ph type="sldNum" sz="quarter" idx="12"/>
          </p:nvPr>
        </p:nvSpPr>
        <p:spPr>
          <a:xfrm>
            <a:off x="8610600" y="6356350"/>
            <a:ext cx="2743200" cy="365125"/>
          </a:xfrm>
        </p:spPr>
        <p:txBody>
          <a:bodyPr>
            <a:normAutofit/>
          </a:bodyPr>
          <a:lstStyle/>
          <a:p>
            <a:pPr>
              <a:spcAft>
                <a:spcPts val="600"/>
              </a:spcAft>
            </a:pPr>
            <a:fld id="{09B84523-820D-4965-B47E-17F917200B06}" type="slidenum">
              <a:rPr lang="it-CH" smtClean="0"/>
              <a:pPr>
                <a:spcAft>
                  <a:spcPts val="600"/>
                </a:spcAft>
              </a:pPr>
              <a:t>6</a:t>
            </a:fld>
            <a:endParaRPr lang="it-CH"/>
          </a:p>
        </p:txBody>
      </p:sp>
      <p:sp>
        <p:nvSpPr>
          <p:cNvPr id="34" name="TextBox 33">
            <a:extLst>
              <a:ext uri="{FF2B5EF4-FFF2-40B4-BE49-F238E27FC236}">
                <a16:creationId xmlns:a16="http://schemas.microsoft.com/office/drawing/2014/main" id="{024D7705-95E6-A00E-D80B-AF72DDD0DB23}"/>
              </a:ext>
            </a:extLst>
          </p:cNvPr>
          <p:cNvSpPr txBox="1"/>
          <p:nvPr/>
        </p:nvSpPr>
        <p:spPr>
          <a:xfrm>
            <a:off x="641684" y="369408"/>
            <a:ext cx="8368315" cy="523220"/>
          </a:xfrm>
          <a:prstGeom prst="rect">
            <a:avLst/>
          </a:prstGeom>
          <a:noFill/>
        </p:spPr>
        <p:txBody>
          <a:bodyPr wrap="square" rtlCol="0">
            <a:spAutoFit/>
          </a:bodyPr>
          <a:lstStyle/>
          <a:p>
            <a:r>
              <a:rPr lang="en-GB" sz="2800" b="1">
                <a:solidFill>
                  <a:schemeClr val="accent1"/>
                </a:solidFill>
              </a:rPr>
              <a:t>Backend</a:t>
            </a:r>
            <a:endParaRPr lang="it-IT" sz="2800" b="1">
              <a:solidFill>
                <a:schemeClr val="accent1"/>
              </a:solidFill>
            </a:endParaRPr>
          </a:p>
        </p:txBody>
      </p:sp>
    </p:spTree>
    <p:extLst>
      <p:ext uri="{BB962C8B-B14F-4D97-AF65-F5344CB8AC3E}">
        <p14:creationId xmlns:p14="http://schemas.microsoft.com/office/powerpoint/2010/main" val="2169086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6F166C-8026-BB83-4E32-C92F5B709C3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EECED21-08B0-79D1-BB63-25C929827EBB}"/>
              </a:ext>
            </a:extLst>
          </p:cNvPr>
          <p:cNvPicPr>
            <a:picLocks noChangeAspect="1"/>
          </p:cNvPicPr>
          <p:nvPr/>
        </p:nvPicPr>
        <p:blipFill>
          <a:blip r:embed="rId2"/>
          <a:srcRect l="49583" t="6202" r="1459" b="27065"/>
          <a:stretch/>
        </p:blipFill>
        <p:spPr>
          <a:xfrm>
            <a:off x="412498" y="3763346"/>
            <a:ext cx="2774206" cy="1145725"/>
          </a:xfrm>
          <a:prstGeom prst="rect">
            <a:avLst/>
          </a:prstGeom>
          <a:ln>
            <a:solidFill>
              <a:schemeClr val="bg2">
                <a:lumMod val="90000"/>
              </a:schemeClr>
            </a:solidFill>
          </a:ln>
        </p:spPr>
      </p:pic>
      <p:pic>
        <p:nvPicPr>
          <p:cNvPr id="7" name="Picture 6">
            <a:extLst>
              <a:ext uri="{FF2B5EF4-FFF2-40B4-BE49-F238E27FC236}">
                <a16:creationId xmlns:a16="http://schemas.microsoft.com/office/drawing/2014/main" id="{DC61BBF5-D6D8-53A3-B41E-4EF3BF686DBD}"/>
              </a:ext>
            </a:extLst>
          </p:cNvPr>
          <p:cNvPicPr>
            <a:picLocks noChangeAspect="1"/>
          </p:cNvPicPr>
          <p:nvPr/>
        </p:nvPicPr>
        <p:blipFill>
          <a:blip r:embed="rId2"/>
          <a:srcRect l="2003" t="6072" r="55900" b="2659"/>
          <a:stretch/>
        </p:blipFill>
        <p:spPr>
          <a:xfrm>
            <a:off x="412498" y="1485603"/>
            <a:ext cx="2775024" cy="1822865"/>
          </a:xfrm>
          <a:prstGeom prst="rect">
            <a:avLst/>
          </a:prstGeom>
          <a:ln>
            <a:solidFill>
              <a:schemeClr val="bg2">
                <a:lumMod val="90000"/>
              </a:schemeClr>
            </a:solidFill>
          </a:ln>
        </p:spPr>
      </p:pic>
      <p:sp>
        <p:nvSpPr>
          <p:cNvPr id="17" name="Rectangle 16">
            <a:extLst>
              <a:ext uri="{FF2B5EF4-FFF2-40B4-BE49-F238E27FC236}">
                <a16:creationId xmlns:a16="http://schemas.microsoft.com/office/drawing/2014/main" id="{456F7005-6C49-4070-4015-2A5026E07128}"/>
              </a:ext>
            </a:extLst>
          </p:cNvPr>
          <p:cNvSpPr/>
          <p:nvPr/>
        </p:nvSpPr>
        <p:spPr>
          <a:xfrm>
            <a:off x="5640456" y="-7193061"/>
            <a:ext cx="6680548" cy="7014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ctangle: Rounded Corners 17">
            <a:extLst>
              <a:ext uri="{FF2B5EF4-FFF2-40B4-BE49-F238E27FC236}">
                <a16:creationId xmlns:a16="http://schemas.microsoft.com/office/drawing/2014/main" id="{7EF4D0AD-F53C-3C1E-8B00-1DBFDA96A362}"/>
              </a:ext>
            </a:extLst>
          </p:cNvPr>
          <p:cNvSpPr/>
          <p:nvPr/>
        </p:nvSpPr>
        <p:spPr>
          <a:xfrm>
            <a:off x="327189" y="-5451326"/>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19" name="Rectangle: Rounded Corners 18">
            <a:extLst>
              <a:ext uri="{FF2B5EF4-FFF2-40B4-BE49-F238E27FC236}">
                <a16:creationId xmlns:a16="http://schemas.microsoft.com/office/drawing/2014/main" id="{647690B9-407A-B6CF-BDB4-3D1834E775F8}"/>
              </a:ext>
            </a:extLst>
          </p:cNvPr>
          <p:cNvSpPr/>
          <p:nvPr/>
        </p:nvSpPr>
        <p:spPr>
          <a:xfrm>
            <a:off x="2893943" y="-5451326"/>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20" name="Straight Connector 19">
            <a:extLst>
              <a:ext uri="{FF2B5EF4-FFF2-40B4-BE49-F238E27FC236}">
                <a16:creationId xmlns:a16="http://schemas.microsoft.com/office/drawing/2014/main" id="{06E94B15-0A36-4DA9-B6EE-981490745594}"/>
              </a:ext>
            </a:extLst>
          </p:cNvPr>
          <p:cNvCxnSpPr>
            <a:stCxn id="18" idx="3"/>
            <a:endCxn id="19" idx="1"/>
          </p:cNvCxnSpPr>
          <p:nvPr/>
        </p:nvCxnSpPr>
        <p:spPr>
          <a:xfrm>
            <a:off x="2616502" y="-4826968"/>
            <a:ext cx="277441" cy="0"/>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B6BC61B-94C3-F884-715F-966A7F2AB700}"/>
              </a:ext>
            </a:extLst>
          </p:cNvPr>
          <p:cNvSpPr txBox="1"/>
          <p:nvPr/>
        </p:nvSpPr>
        <p:spPr>
          <a:xfrm>
            <a:off x="412498" y="-4083787"/>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22" name="TextBox 21">
            <a:extLst>
              <a:ext uri="{FF2B5EF4-FFF2-40B4-BE49-F238E27FC236}">
                <a16:creationId xmlns:a16="http://schemas.microsoft.com/office/drawing/2014/main" id="{FBE8156A-6A0C-73A7-D8EC-E0237F4DF8F5}"/>
              </a:ext>
            </a:extLst>
          </p:cNvPr>
          <p:cNvSpPr txBox="1"/>
          <p:nvPr/>
        </p:nvSpPr>
        <p:spPr>
          <a:xfrm>
            <a:off x="2979252" y="-4083787"/>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cxnSp>
        <p:nvCxnSpPr>
          <p:cNvPr id="23" name="Straight Arrow Connector 22">
            <a:extLst>
              <a:ext uri="{FF2B5EF4-FFF2-40B4-BE49-F238E27FC236}">
                <a16:creationId xmlns:a16="http://schemas.microsoft.com/office/drawing/2014/main" id="{403D8D2D-CD95-5BCD-8B01-5FDD1D92209A}"/>
              </a:ext>
            </a:extLst>
          </p:cNvPr>
          <p:cNvCxnSpPr/>
          <p:nvPr/>
        </p:nvCxnSpPr>
        <p:spPr>
          <a:xfrm>
            <a:off x="1888034" y="-3795103"/>
            <a:ext cx="10912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FD4CC6E-778B-750C-3B76-E4CCE9CF9F9A}"/>
              </a:ext>
            </a:extLst>
          </p:cNvPr>
          <p:cNvCxnSpPr>
            <a:cxnSpLocks/>
          </p:cNvCxnSpPr>
          <p:nvPr/>
        </p:nvCxnSpPr>
        <p:spPr>
          <a:xfrm>
            <a:off x="2329069" y="-3387599"/>
            <a:ext cx="6501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8B8DFF4-6B8E-0CA4-A8EF-F673728DBE35}"/>
              </a:ext>
            </a:extLst>
          </p:cNvPr>
          <p:cNvCxnSpPr>
            <a:cxnSpLocks/>
          </p:cNvCxnSpPr>
          <p:nvPr/>
        </p:nvCxnSpPr>
        <p:spPr>
          <a:xfrm>
            <a:off x="1066800" y="-2970155"/>
            <a:ext cx="191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9A9CC235-1652-3700-9567-E8168A47B4AB}"/>
              </a:ext>
            </a:extLst>
          </p:cNvPr>
          <p:cNvCxnSpPr>
            <a:cxnSpLocks/>
          </p:cNvCxnSpPr>
          <p:nvPr/>
        </p:nvCxnSpPr>
        <p:spPr>
          <a:xfrm>
            <a:off x="2109848" y="-2552712"/>
            <a:ext cx="8694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7" name="Picture 2">
            <a:extLst>
              <a:ext uri="{FF2B5EF4-FFF2-40B4-BE49-F238E27FC236}">
                <a16:creationId xmlns:a16="http://schemas.microsoft.com/office/drawing/2014/main" id="{7929DBD1-9785-5741-2796-570A0AC2F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4201" y="-5829607"/>
            <a:ext cx="3443909" cy="2295939"/>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A49674E2-9079-2FDE-0D9A-94CBFDBDC166}"/>
              </a:ext>
            </a:extLst>
          </p:cNvPr>
          <p:cNvSpPr/>
          <p:nvPr/>
        </p:nvSpPr>
        <p:spPr>
          <a:xfrm>
            <a:off x="87682" y="-3533668"/>
            <a:ext cx="5467463" cy="16849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 name="TextBox 28">
            <a:extLst>
              <a:ext uri="{FF2B5EF4-FFF2-40B4-BE49-F238E27FC236}">
                <a16:creationId xmlns:a16="http://schemas.microsoft.com/office/drawing/2014/main" id="{D72CECC2-9469-9EEA-389B-2ADF5785D9C1}"/>
              </a:ext>
            </a:extLst>
          </p:cNvPr>
          <p:cNvSpPr txBox="1"/>
          <p:nvPr/>
        </p:nvSpPr>
        <p:spPr>
          <a:xfrm>
            <a:off x="7898069" y="-3533668"/>
            <a:ext cx="3272134" cy="129888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it-IT"/>
              <a:t>lightweight</a:t>
            </a:r>
          </a:p>
          <a:p>
            <a:pPr marL="285750" indent="-285750">
              <a:lnSpc>
                <a:spcPct val="150000"/>
              </a:lnSpc>
              <a:buFont typeface="Arial" panose="020B0604020202020204" pitchFamily="34" charset="0"/>
              <a:buChar char="•"/>
            </a:pPr>
            <a:r>
              <a:rPr lang="it-IT"/>
              <a:t>serverless database</a:t>
            </a:r>
          </a:p>
          <a:p>
            <a:pPr marL="285750" indent="-285750">
              <a:lnSpc>
                <a:spcPct val="150000"/>
              </a:lnSpc>
              <a:buFont typeface="Arial" panose="020B0604020202020204" pitchFamily="34" charset="0"/>
              <a:buChar char="•"/>
            </a:pPr>
            <a:r>
              <a:rPr lang="it-IT"/>
              <a:t> </a:t>
            </a:r>
            <a:r>
              <a:rPr lang="en-GB"/>
              <a:t>widely used for small-scale</a:t>
            </a:r>
            <a:endParaRPr lang="it-IT"/>
          </a:p>
        </p:txBody>
      </p:sp>
      <p:pic>
        <p:nvPicPr>
          <p:cNvPr id="16" name="Picture 15" descr="A diagram of a computer&#10;&#10;AI-generated content may be incorrect.">
            <a:extLst>
              <a:ext uri="{FF2B5EF4-FFF2-40B4-BE49-F238E27FC236}">
                <a16:creationId xmlns:a16="http://schemas.microsoft.com/office/drawing/2014/main" id="{ED8489F8-9026-C3C8-A352-AD2F9C399A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20647" y="476890"/>
            <a:ext cx="6976913" cy="5372222"/>
          </a:xfrm>
          <a:prstGeom prst="rect">
            <a:avLst/>
          </a:prstGeom>
        </p:spPr>
      </p:pic>
      <p:sp>
        <p:nvSpPr>
          <p:cNvPr id="2" name="Date Placeholder 1">
            <a:extLst>
              <a:ext uri="{FF2B5EF4-FFF2-40B4-BE49-F238E27FC236}">
                <a16:creationId xmlns:a16="http://schemas.microsoft.com/office/drawing/2014/main" id="{073C00AD-9509-B6F0-8CAB-63D08C6A5F18}"/>
              </a:ext>
            </a:extLst>
          </p:cNvPr>
          <p:cNvSpPr>
            <a:spLocks noGrp="1"/>
          </p:cNvSpPr>
          <p:nvPr>
            <p:ph type="dt" sz="half" idx="10"/>
          </p:nvPr>
        </p:nvSpPr>
        <p:spPr>
          <a:xfrm>
            <a:off x="838200" y="6356350"/>
            <a:ext cx="2743200" cy="365125"/>
          </a:xfrm>
        </p:spPr>
        <p:txBody>
          <a:bodyPr>
            <a:normAutofit/>
          </a:bodyPr>
          <a:lstStyle/>
          <a:p>
            <a:pPr>
              <a:spcAft>
                <a:spcPts val="600"/>
              </a:spcAft>
            </a:pPr>
            <a:fld id="{AF14D244-3375-4C9F-BD30-C1B79BA9FCA8}" type="datetime1">
              <a:rPr lang="it-CH" smtClean="0"/>
              <a:pPr>
                <a:spcAft>
                  <a:spcPts val="600"/>
                </a:spcAft>
              </a:pPr>
              <a:t>05.06.2025</a:t>
            </a:fld>
            <a:endParaRPr lang="it-CH"/>
          </a:p>
        </p:txBody>
      </p:sp>
      <p:sp>
        <p:nvSpPr>
          <p:cNvPr id="3" name="Footer Placeholder 2">
            <a:extLst>
              <a:ext uri="{FF2B5EF4-FFF2-40B4-BE49-F238E27FC236}">
                <a16:creationId xmlns:a16="http://schemas.microsoft.com/office/drawing/2014/main" id="{325FA911-9666-430D-F78A-45D66C15416B}"/>
              </a:ext>
            </a:extLst>
          </p:cNvPr>
          <p:cNvSpPr>
            <a:spLocks noGrp="1"/>
          </p:cNvSpPr>
          <p:nvPr>
            <p:ph type="ftr" sz="quarter" idx="11"/>
          </p:nvPr>
        </p:nvSpPr>
        <p:spPr>
          <a:xfrm>
            <a:off x="4038600" y="6356350"/>
            <a:ext cx="4114800" cy="365125"/>
          </a:xfrm>
        </p:spPr>
        <p:txBody>
          <a:bodyPr>
            <a:normAutofit/>
          </a:bodyPr>
          <a:lstStyle/>
          <a:p>
            <a:pPr>
              <a:spcAft>
                <a:spcPts val="600"/>
              </a:spcAft>
            </a:pPr>
            <a:r>
              <a:rPr lang="it-CH"/>
              <a:t>Group 06 - task manager</a:t>
            </a:r>
          </a:p>
        </p:txBody>
      </p:sp>
      <p:sp>
        <p:nvSpPr>
          <p:cNvPr id="4" name="Slide Number Placeholder 3">
            <a:extLst>
              <a:ext uri="{FF2B5EF4-FFF2-40B4-BE49-F238E27FC236}">
                <a16:creationId xmlns:a16="http://schemas.microsoft.com/office/drawing/2014/main" id="{CBC87BB0-6315-2271-74A9-BAB3315F66E7}"/>
              </a:ext>
            </a:extLst>
          </p:cNvPr>
          <p:cNvSpPr>
            <a:spLocks noGrp="1"/>
          </p:cNvSpPr>
          <p:nvPr>
            <p:ph type="sldNum" sz="quarter" idx="12"/>
          </p:nvPr>
        </p:nvSpPr>
        <p:spPr>
          <a:xfrm>
            <a:off x="8610600" y="6356350"/>
            <a:ext cx="2743200" cy="365125"/>
          </a:xfrm>
        </p:spPr>
        <p:txBody>
          <a:bodyPr>
            <a:normAutofit/>
          </a:bodyPr>
          <a:lstStyle/>
          <a:p>
            <a:pPr>
              <a:spcAft>
                <a:spcPts val="600"/>
              </a:spcAft>
            </a:pPr>
            <a:fld id="{09B84523-820D-4965-B47E-17F917200B06}" type="slidenum">
              <a:rPr lang="it-CH" smtClean="0"/>
              <a:pPr>
                <a:spcAft>
                  <a:spcPts val="600"/>
                </a:spcAft>
              </a:pPr>
              <a:t>7</a:t>
            </a:fld>
            <a:endParaRPr lang="it-CH"/>
          </a:p>
        </p:txBody>
      </p:sp>
      <p:sp>
        <p:nvSpPr>
          <p:cNvPr id="8" name="TextBox 7">
            <a:extLst>
              <a:ext uri="{FF2B5EF4-FFF2-40B4-BE49-F238E27FC236}">
                <a16:creationId xmlns:a16="http://schemas.microsoft.com/office/drawing/2014/main" id="{7105CD8D-7D23-DFA0-6BF5-90D72B8D6259}"/>
              </a:ext>
            </a:extLst>
          </p:cNvPr>
          <p:cNvSpPr txBox="1"/>
          <p:nvPr/>
        </p:nvSpPr>
        <p:spPr>
          <a:xfrm>
            <a:off x="641684" y="369408"/>
            <a:ext cx="8368315" cy="523220"/>
          </a:xfrm>
          <a:prstGeom prst="rect">
            <a:avLst/>
          </a:prstGeom>
          <a:noFill/>
        </p:spPr>
        <p:txBody>
          <a:bodyPr wrap="square" rtlCol="0">
            <a:spAutoFit/>
          </a:bodyPr>
          <a:lstStyle/>
          <a:p>
            <a:r>
              <a:rPr lang="en-GB" sz="2800" b="1">
                <a:solidFill>
                  <a:schemeClr val="accent1"/>
                </a:solidFill>
              </a:rPr>
              <a:t>Backend</a:t>
            </a:r>
            <a:endParaRPr lang="it-IT" sz="2800" b="1">
              <a:solidFill>
                <a:schemeClr val="accent1"/>
              </a:solidFill>
            </a:endParaRPr>
          </a:p>
        </p:txBody>
      </p:sp>
    </p:spTree>
    <p:extLst>
      <p:ext uri="{BB962C8B-B14F-4D97-AF65-F5344CB8AC3E}">
        <p14:creationId xmlns:p14="http://schemas.microsoft.com/office/powerpoint/2010/main" val="1916148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76D37-7E05-9B2E-6897-F5C10B9C3F00}"/>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E905F4BA-F526-E4DB-B871-21A9FE1C723A}"/>
              </a:ext>
            </a:extLst>
          </p:cNvPr>
          <p:cNvSpPr/>
          <p:nvPr/>
        </p:nvSpPr>
        <p:spPr>
          <a:xfrm>
            <a:off x="5640456" y="-78288"/>
            <a:ext cx="6680548" cy="7014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Date Placeholder 1">
            <a:extLst>
              <a:ext uri="{FF2B5EF4-FFF2-40B4-BE49-F238E27FC236}">
                <a16:creationId xmlns:a16="http://schemas.microsoft.com/office/drawing/2014/main" id="{899835C0-66C6-F617-529F-97A322CE63B2}"/>
              </a:ext>
            </a:extLst>
          </p:cNvPr>
          <p:cNvSpPr>
            <a:spLocks noGrp="1"/>
          </p:cNvSpPr>
          <p:nvPr>
            <p:ph type="dt" sz="half" idx="10"/>
          </p:nvPr>
        </p:nvSpPr>
        <p:spPr/>
        <p:txBody>
          <a:bodyPr/>
          <a:lstStyle/>
          <a:p>
            <a:fld id="{AF14D244-3375-4C9F-BD30-C1B79BA9FCA8}" type="datetime1">
              <a:rPr lang="it-CH" smtClean="0"/>
              <a:t>05.06.2025</a:t>
            </a:fld>
            <a:endParaRPr lang="it-CH"/>
          </a:p>
        </p:txBody>
      </p:sp>
      <p:sp>
        <p:nvSpPr>
          <p:cNvPr id="3" name="Footer Placeholder 2">
            <a:extLst>
              <a:ext uri="{FF2B5EF4-FFF2-40B4-BE49-F238E27FC236}">
                <a16:creationId xmlns:a16="http://schemas.microsoft.com/office/drawing/2014/main" id="{B897BC88-2808-D91E-EC44-E18312075A28}"/>
              </a:ext>
            </a:extLst>
          </p:cNvPr>
          <p:cNvSpPr>
            <a:spLocks noGrp="1"/>
          </p:cNvSpPr>
          <p:nvPr>
            <p:ph type="ftr" sz="quarter" idx="11"/>
          </p:nvPr>
        </p:nvSpPr>
        <p:spPr/>
        <p:txBody>
          <a:bodyPr/>
          <a:lstStyle/>
          <a:p>
            <a:r>
              <a:rPr lang="it-CH"/>
              <a:t>Group 06 - task manager</a:t>
            </a:r>
          </a:p>
        </p:txBody>
      </p:sp>
      <p:sp>
        <p:nvSpPr>
          <p:cNvPr id="4" name="Slide Number Placeholder 3">
            <a:extLst>
              <a:ext uri="{FF2B5EF4-FFF2-40B4-BE49-F238E27FC236}">
                <a16:creationId xmlns:a16="http://schemas.microsoft.com/office/drawing/2014/main" id="{2AA113A0-88BC-75F9-A975-B7C1F308FF03}"/>
              </a:ext>
            </a:extLst>
          </p:cNvPr>
          <p:cNvSpPr>
            <a:spLocks noGrp="1"/>
          </p:cNvSpPr>
          <p:nvPr>
            <p:ph type="sldNum" sz="quarter" idx="12"/>
          </p:nvPr>
        </p:nvSpPr>
        <p:spPr/>
        <p:txBody>
          <a:bodyPr/>
          <a:lstStyle/>
          <a:p>
            <a:fld id="{09B84523-820D-4965-B47E-17F917200B06}" type="slidenum">
              <a:rPr lang="it-CH" smtClean="0"/>
              <a:t>8</a:t>
            </a:fld>
            <a:endParaRPr lang="it-CH"/>
          </a:p>
        </p:txBody>
      </p:sp>
      <p:sp>
        <p:nvSpPr>
          <p:cNvPr id="6" name="Rectangle: Rounded Corners 5">
            <a:extLst>
              <a:ext uri="{FF2B5EF4-FFF2-40B4-BE49-F238E27FC236}">
                <a16:creationId xmlns:a16="http://schemas.microsoft.com/office/drawing/2014/main" id="{4CF20ECC-71F7-DB31-B766-35CC2470AC8C}"/>
              </a:ext>
            </a:extLst>
          </p:cNvPr>
          <p:cNvSpPr/>
          <p:nvPr/>
        </p:nvSpPr>
        <p:spPr>
          <a:xfrm>
            <a:off x="327189" y="1663447"/>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13" name="Rectangle: Rounded Corners 12">
            <a:extLst>
              <a:ext uri="{FF2B5EF4-FFF2-40B4-BE49-F238E27FC236}">
                <a16:creationId xmlns:a16="http://schemas.microsoft.com/office/drawing/2014/main" id="{CC6F4F24-4660-1E82-759E-C5E27E170344}"/>
              </a:ext>
            </a:extLst>
          </p:cNvPr>
          <p:cNvSpPr/>
          <p:nvPr/>
        </p:nvSpPr>
        <p:spPr>
          <a:xfrm>
            <a:off x="2893943" y="1663447"/>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15" name="Straight Connector 14">
            <a:extLst>
              <a:ext uri="{FF2B5EF4-FFF2-40B4-BE49-F238E27FC236}">
                <a16:creationId xmlns:a16="http://schemas.microsoft.com/office/drawing/2014/main" id="{D0E5D7CA-F0DE-0682-FC68-32FC08752C4E}"/>
              </a:ext>
            </a:extLst>
          </p:cNvPr>
          <p:cNvCxnSpPr>
            <a:stCxn id="6" idx="3"/>
            <a:endCxn id="13" idx="1"/>
          </p:cNvCxnSpPr>
          <p:nvPr/>
        </p:nvCxnSpPr>
        <p:spPr>
          <a:xfrm>
            <a:off x="2616502" y="2287805"/>
            <a:ext cx="277441"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8080AE8-D708-3910-0AD9-A6787B642638}"/>
              </a:ext>
            </a:extLst>
          </p:cNvPr>
          <p:cNvSpPr txBox="1"/>
          <p:nvPr/>
        </p:nvSpPr>
        <p:spPr>
          <a:xfrm>
            <a:off x="412498" y="3030986"/>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12" name="TextBox 11">
            <a:extLst>
              <a:ext uri="{FF2B5EF4-FFF2-40B4-BE49-F238E27FC236}">
                <a16:creationId xmlns:a16="http://schemas.microsoft.com/office/drawing/2014/main" id="{14DDF690-F65E-9AD6-BEC1-6CCFB7DEBAE0}"/>
              </a:ext>
            </a:extLst>
          </p:cNvPr>
          <p:cNvSpPr txBox="1"/>
          <p:nvPr/>
        </p:nvSpPr>
        <p:spPr>
          <a:xfrm>
            <a:off x="2979252" y="3030986"/>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cxnSp>
        <p:nvCxnSpPr>
          <p:cNvPr id="16" name="Straight Arrow Connector 15">
            <a:extLst>
              <a:ext uri="{FF2B5EF4-FFF2-40B4-BE49-F238E27FC236}">
                <a16:creationId xmlns:a16="http://schemas.microsoft.com/office/drawing/2014/main" id="{3129132F-6A2E-9616-AE0F-A5809239BF70}"/>
              </a:ext>
            </a:extLst>
          </p:cNvPr>
          <p:cNvCxnSpPr/>
          <p:nvPr/>
        </p:nvCxnSpPr>
        <p:spPr>
          <a:xfrm>
            <a:off x="1888034" y="3319670"/>
            <a:ext cx="10912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B350D6F-BC46-6E0A-1326-DF8A71BF9F0A}"/>
              </a:ext>
            </a:extLst>
          </p:cNvPr>
          <p:cNvCxnSpPr>
            <a:cxnSpLocks/>
          </p:cNvCxnSpPr>
          <p:nvPr/>
        </p:nvCxnSpPr>
        <p:spPr>
          <a:xfrm>
            <a:off x="2329069" y="3727174"/>
            <a:ext cx="6501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BDEFCAF-F05C-7A50-0EC2-C0B5E6986D46}"/>
              </a:ext>
            </a:extLst>
          </p:cNvPr>
          <p:cNvCxnSpPr>
            <a:cxnSpLocks/>
          </p:cNvCxnSpPr>
          <p:nvPr/>
        </p:nvCxnSpPr>
        <p:spPr>
          <a:xfrm>
            <a:off x="1066800" y="4144618"/>
            <a:ext cx="191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F675300-3694-4C71-096B-A392BB553317}"/>
              </a:ext>
            </a:extLst>
          </p:cNvPr>
          <p:cNvCxnSpPr>
            <a:cxnSpLocks/>
          </p:cNvCxnSpPr>
          <p:nvPr/>
        </p:nvCxnSpPr>
        <p:spPr>
          <a:xfrm>
            <a:off x="2109848" y="4562061"/>
            <a:ext cx="8694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5C15F0AB-33E1-EB74-675A-5A3DBC38304F}"/>
              </a:ext>
            </a:extLst>
          </p:cNvPr>
          <p:cNvSpPr/>
          <p:nvPr/>
        </p:nvSpPr>
        <p:spPr>
          <a:xfrm>
            <a:off x="87682" y="3963318"/>
            <a:ext cx="5467463" cy="16849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 name="TextBox 28">
            <a:extLst>
              <a:ext uri="{FF2B5EF4-FFF2-40B4-BE49-F238E27FC236}">
                <a16:creationId xmlns:a16="http://schemas.microsoft.com/office/drawing/2014/main" id="{5AB5F875-97F3-6314-4786-D9A841344FE1}"/>
              </a:ext>
            </a:extLst>
          </p:cNvPr>
          <p:cNvSpPr txBox="1"/>
          <p:nvPr/>
        </p:nvSpPr>
        <p:spPr>
          <a:xfrm>
            <a:off x="7863504" y="3319670"/>
            <a:ext cx="3272134" cy="171438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it-IT"/>
              <a:t>REST ful backend</a:t>
            </a:r>
          </a:p>
          <a:p>
            <a:pPr marL="285750" indent="-285750">
              <a:lnSpc>
                <a:spcPct val="150000"/>
              </a:lnSpc>
              <a:buFont typeface="Arial" panose="020B0604020202020204" pitchFamily="34" charset="0"/>
              <a:buChar char="•"/>
            </a:pPr>
            <a:r>
              <a:rPr lang="en-GB"/>
              <a:t>easy integrable in Python</a:t>
            </a:r>
          </a:p>
          <a:p>
            <a:pPr marL="285750" indent="-285750">
              <a:lnSpc>
                <a:spcPct val="150000"/>
              </a:lnSpc>
              <a:buFont typeface="Arial" panose="020B0604020202020204" pitchFamily="34" charset="0"/>
              <a:buChar char="•"/>
            </a:pPr>
            <a:r>
              <a:rPr lang="en-GB"/>
              <a:t>flexible</a:t>
            </a:r>
          </a:p>
          <a:p>
            <a:pPr marL="285750" indent="-285750">
              <a:lnSpc>
                <a:spcPct val="150000"/>
              </a:lnSpc>
              <a:buFont typeface="Arial" panose="020B0604020202020204" pitchFamily="34" charset="0"/>
              <a:buChar char="•"/>
            </a:pPr>
            <a:r>
              <a:rPr lang="en-GB"/>
              <a:t>extensible</a:t>
            </a:r>
            <a:endParaRPr lang="it-IT"/>
          </a:p>
        </p:txBody>
      </p:sp>
      <p:pic>
        <p:nvPicPr>
          <p:cNvPr id="14" name="Picture 4">
            <a:extLst>
              <a:ext uri="{FF2B5EF4-FFF2-40B4-BE49-F238E27FC236}">
                <a16:creationId xmlns:a16="http://schemas.microsoft.com/office/drawing/2014/main" id="{5519038D-1012-D6A8-93FE-C6EBE87ECE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7568" y="1982703"/>
            <a:ext cx="3160977" cy="102297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BDEE1AC5-3F0B-DA70-1FFC-49B8304C76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1530" y="-18551"/>
            <a:ext cx="2613052" cy="174203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AB8B951E-7966-4786-1C18-96094C2D55FE}"/>
              </a:ext>
            </a:extLst>
          </p:cNvPr>
          <p:cNvPicPr>
            <a:picLocks noChangeAspect="1"/>
          </p:cNvPicPr>
          <p:nvPr/>
        </p:nvPicPr>
        <p:blipFill>
          <a:blip r:embed="rId5"/>
          <a:srcRect l="49583" t="6202" r="1459" b="27065"/>
          <a:stretch/>
        </p:blipFill>
        <p:spPr>
          <a:xfrm>
            <a:off x="412498" y="10602146"/>
            <a:ext cx="2774206" cy="1145725"/>
          </a:xfrm>
          <a:prstGeom prst="rect">
            <a:avLst/>
          </a:prstGeom>
          <a:ln>
            <a:solidFill>
              <a:schemeClr val="bg2">
                <a:lumMod val="90000"/>
              </a:schemeClr>
            </a:solidFill>
          </a:ln>
        </p:spPr>
      </p:pic>
      <p:pic>
        <p:nvPicPr>
          <p:cNvPr id="23" name="Picture 22">
            <a:extLst>
              <a:ext uri="{FF2B5EF4-FFF2-40B4-BE49-F238E27FC236}">
                <a16:creationId xmlns:a16="http://schemas.microsoft.com/office/drawing/2014/main" id="{5702D95B-9569-453A-C805-AB421E3655E0}"/>
              </a:ext>
            </a:extLst>
          </p:cNvPr>
          <p:cNvPicPr>
            <a:picLocks noChangeAspect="1"/>
          </p:cNvPicPr>
          <p:nvPr/>
        </p:nvPicPr>
        <p:blipFill>
          <a:blip r:embed="rId5"/>
          <a:srcRect l="2003" t="6072" r="55900" b="2659"/>
          <a:stretch/>
        </p:blipFill>
        <p:spPr>
          <a:xfrm>
            <a:off x="412498" y="8324403"/>
            <a:ext cx="2775024" cy="1822865"/>
          </a:xfrm>
          <a:prstGeom prst="rect">
            <a:avLst/>
          </a:prstGeom>
          <a:ln>
            <a:solidFill>
              <a:schemeClr val="bg2">
                <a:lumMod val="90000"/>
              </a:schemeClr>
            </a:solidFill>
          </a:ln>
        </p:spPr>
      </p:pic>
      <p:pic>
        <p:nvPicPr>
          <p:cNvPr id="25" name="Picture 24" descr="A diagram of a computer&#10;&#10;AI-generated content may be incorrect.">
            <a:extLst>
              <a:ext uri="{FF2B5EF4-FFF2-40B4-BE49-F238E27FC236}">
                <a16:creationId xmlns:a16="http://schemas.microsoft.com/office/drawing/2014/main" id="{17D336F0-2A48-8EA5-9125-B9230FC424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20647" y="7315690"/>
            <a:ext cx="6976913" cy="5372222"/>
          </a:xfrm>
          <a:prstGeom prst="rect">
            <a:avLst/>
          </a:prstGeom>
        </p:spPr>
      </p:pic>
      <p:sp>
        <p:nvSpPr>
          <p:cNvPr id="27" name="TextBox 26">
            <a:extLst>
              <a:ext uri="{FF2B5EF4-FFF2-40B4-BE49-F238E27FC236}">
                <a16:creationId xmlns:a16="http://schemas.microsoft.com/office/drawing/2014/main" id="{8D2570BE-BBA0-AA8B-217E-658940AF60C2}"/>
              </a:ext>
            </a:extLst>
          </p:cNvPr>
          <p:cNvSpPr txBox="1"/>
          <p:nvPr/>
        </p:nvSpPr>
        <p:spPr>
          <a:xfrm>
            <a:off x="6266430" y="285375"/>
            <a:ext cx="5428599" cy="523220"/>
          </a:xfrm>
          <a:prstGeom prst="rect">
            <a:avLst/>
          </a:prstGeom>
          <a:noFill/>
        </p:spPr>
        <p:txBody>
          <a:bodyPr wrap="square" rtlCol="0">
            <a:spAutoFit/>
          </a:bodyPr>
          <a:lstStyle/>
          <a:p>
            <a:r>
              <a:rPr lang="en-GB" sz="2800" b="1">
                <a:solidFill>
                  <a:schemeClr val="accent1"/>
                </a:solidFill>
              </a:rPr>
              <a:t>Backend</a:t>
            </a:r>
            <a:endParaRPr lang="it-IT" sz="2800" b="1">
              <a:solidFill>
                <a:schemeClr val="accent1"/>
              </a:solidFill>
            </a:endParaRPr>
          </a:p>
        </p:txBody>
      </p:sp>
      <p:pic>
        <p:nvPicPr>
          <p:cNvPr id="7" name="Picture 6">
            <a:extLst>
              <a:ext uri="{FF2B5EF4-FFF2-40B4-BE49-F238E27FC236}">
                <a16:creationId xmlns:a16="http://schemas.microsoft.com/office/drawing/2014/main" id="{FF162DF0-DB92-D97D-3CBC-DF8C6B5C1A8E}"/>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7425307" y="8344598"/>
            <a:ext cx="3480266" cy="889401"/>
          </a:xfrm>
          <a:prstGeom prst="rect">
            <a:avLst/>
          </a:prstGeom>
        </p:spPr>
      </p:pic>
      <p:sp>
        <p:nvSpPr>
          <p:cNvPr id="8" name="TextBox 7">
            <a:extLst>
              <a:ext uri="{FF2B5EF4-FFF2-40B4-BE49-F238E27FC236}">
                <a16:creationId xmlns:a16="http://schemas.microsoft.com/office/drawing/2014/main" id="{5C3DDC59-43A3-EEB7-2274-234FAC87FA73}"/>
              </a:ext>
            </a:extLst>
          </p:cNvPr>
          <p:cNvSpPr txBox="1"/>
          <p:nvPr/>
        </p:nvSpPr>
        <p:spPr>
          <a:xfrm>
            <a:off x="6257291" y="7060256"/>
            <a:ext cx="5428599" cy="523220"/>
          </a:xfrm>
          <a:prstGeom prst="rect">
            <a:avLst/>
          </a:prstGeom>
          <a:noFill/>
        </p:spPr>
        <p:txBody>
          <a:bodyPr wrap="square" rtlCol="0">
            <a:spAutoFit/>
          </a:bodyPr>
          <a:lstStyle/>
          <a:p>
            <a:r>
              <a:rPr lang="en-GB" sz="2800" b="1">
                <a:solidFill>
                  <a:schemeClr val="accent1"/>
                </a:solidFill>
              </a:rPr>
              <a:t>Client</a:t>
            </a:r>
            <a:endParaRPr lang="it-IT" sz="2800" b="1">
              <a:solidFill>
                <a:schemeClr val="accent1"/>
              </a:solidFill>
            </a:endParaRPr>
          </a:p>
        </p:txBody>
      </p:sp>
      <p:sp>
        <p:nvSpPr>
          <p:cNvPr id="9" name="TextBox 8">
            <a:extLst>
              <a:ext uri="{FF2B5EF4-FFF2-40B4-BE49-F238E27FC236}">
                <a16:creationId xmlns:a16="http://schemas.microsoft.com/office/drawing/2014/main" id="{38716E7E-6310-85AC-B0AB-EC0AE9418781}"/>
              </a:ext>
            </a:extLst>
          </p:cNvPr>
          <p:cNvSpPr txBox="1"/>
          <p:nvPr/>
        </p:nvSpPr>
        <p:spPr>
          <a:xfrm>
            <a:off x="7879847" y="9208763"/>
            <a:ext cx="3272134" cy="2545377"/>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it-IT"/>
              <a:t>modular design</a:t>
            </a:r>
          </a:p>
          <a:p>
            <a:pPr marL="285750" indent="-285750">
              <a:lnSpc>
                <a:spcPct val="150000"/>
              </a:lnSpc>
              <a:buFont typeface="Arial" panose="020B0604020202020204" pitchFamily="34" charset="0"/>
              <a:buChar char="•"/>
            </a:pPr>
            <a:r>
              <a:rPr lang="it-IT"/>
              <a:t>object oriented </a:t>
            </a:r>
          </a:p>
          <a:p>
            <a:pPr marL="285750" indent="-285750">
              <a:lnSpc>
                <a:spcPct val="150000"/>
              </a:lnSpc>
              <a:buFont typeface="Arial" panose="020B0604020202020204" pitchFamily="34" charset="0"/>
              <a:buChar char="•"/>
            </a:pPr>
            <a:r>
              <a:rPr lang="en-GB"/>
              <a:t>reusable</a:t>
            </a:r>
          </a:p>
          <a:p>
            <a:pPr>
              <a:lnSpc>
                <a:spcPct val="150000"/>
              </a:lnSpc>
            </a:pPr>
            <a:r>
              <a:rPr lang="it-IT"/>
              <a:t>for </a:t>
            </a:r>
            <a:r>
              <a:rPr lang="it-IT" b="1"/>
              <a:t>wheel</a:t>
            </a:r>
          </a:p>
          <a:p>
            <a:pPr marL="285750" indent="-285750">
              <a:lnSpc>
                <a:spcPct val="150000"/>
              </a:lnSpc>
              <a:buFont typeface="Arial" panose="020B0604020202020204" pitchFamily="34" charset="0"/>
              <a:buChar char="•"/>
            </a:pPr>
            <a:r>
              <a:rPr lang="it-IT" b="1"/>
              <a:t>versioned</a:t>
            </a:r>
          </a:p>
          <a:p>
            <a:pPr marL="285750" indent="-285750">
              <a:lnSpc>
                <a:spcPct val="150000"/>
              </a:lnSpc>
              <a:buFont typeface="Arial" panose="020B0604020202020204" pitchFamily="34" charset="0"/>
              <a:buChar char="•"/>
            </a:pPr>
            <a:r>
              <a:rPr lang="it-IT" b="1"/>
              <a:t>easy to distribute</a:t>
            </a:r>
            <a:endParaRPr lang="en-GB"/>
          </a:p>
        </p:txBody>
      </p:sp>
    </p:spTree>
    <p:extLst>
      <p:ext uri="{BB962C8B-B14F-4D97-AF65-F5344CB8AC3E}">
        <p14:creationId xmlns:p14="http://schemas.microsoft.com/office/powerpoint/2010/main" val="1696824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6930F-F725-520D-B60E-379A1DEB3A84}"/>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222F833A-EC7B-D2DE-A1FB-8F36E8286D99}"/>
              </a:ext>
            </a:extLst>
          </p:cNvPr>
          <p:cNvSpPr/>
          <p:nvPr/>
        </p:nvSpPr>
        <p:spPr>
          <a:xfrm>
            <a:off x="5631317" y="0"/>
            <a:ext cx="6680548" cy="699516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 name="Rectangle 23">
            <a:extLst>
              <a:ext uri="{FF2B5EF4-FFF2-40B4-BE49-F238E27FC236}">
                <a16:creationId xmlns:a16="http://schemas.microsoft.com/office/drawing/2014/main" id="{802B9B5B-D37C-67E5-C549-67A36B7B8B7E}"/>
              </a:ext>
            </a:extLst>
          </p:cNvPr>
          <p:cNvSpPr/>
          <p:nvPr/>
        </p:nvSpPr>
        <p:spPr>
          <a:xfrm>
            <a:off x="5640456" y="-2970077"/>
            <a:ext cx="6680548" cy="2775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Date Placeholder 1">
            <a:extLst>
              <a:ext uri="{FF2B5EF4-FFF2-40B4-BE49-F238E27FC236}">
                <a16:creationId xmlns:a16="http://schemas.microsoft.com/office/drawing/2014/main" id="{DA3A4863-FB29-8136-D82E-EADB3165323A}"/>
              </a:ext>
            </a:extLst>
          </p:cNvPr>
          <p:cNvSpPr>
            <a:spLocks noGrp="1"/>
          </p:cNvSpPr>
          <p:nvPr>
            <p:ph type="dt" sz="half" idx="10"/>
          </p:nvPr>
        </p:nvSpPr>
        <p:spPr/>
        <p:txBody>
          <a:bodyPr/>
          <a:lstStyle/>
          <a:p>
            <a:fld id="{AF14D244-3375-4C9F-BD30-C1B79BA9FCA8}" type="datetime1">
              <a:rPr lang="it-CH" smtClean="0"/>
              <a:t>05.06.2025</a:t>
            </a:fld>
            <a:endParaRPr lang="it-CH"/>
          </a:p>
        </p:txBody>
      </p:sp>
      <p:sp>
        <p:nvSpPr>
          <p:cNvPr id="3" name="Footer Placeholder 2">
            <a:extLst>
              <a:ext uri="{FF2B5EF4-FFF2-40B4-BE49-F238E27FC236}">
                <a16:creationId xmlns:a16="http://schemas.microsoft.com/office/drawing/2014/main" id="{2D6102C1-8718-8284-4098-3202C98CEF7D}"/>
              </a:ext>
            </a:extLst>
          </p:cNvPr>
          <p:cNvSpPr>
            <a:spLocks noGrp="1"/>
          </p:cNvSpPr>
          <p:nvPr>
            <p:ph type="ftr" sz="quarter" idx="11"/>
          </p:nvPr>
        </p:nvSpPr>
        <p:spPr/>
        <p:txBody>
          <a:bodyPr/>
          <a:lstStyle/>
          <a:p>
            <a:r>
              <a:rPr lang="it-CH"/>
              <a:t>Group 06 - task manager</a:t>
            </a:r>
          </a:p>
        </p:txBody>
      </p:sp>
      <p:sp>
        <p:nvSpPr>
          <p:cNvPr id="4" name="Slide Number Placeholder 3">
            <a:extLst>
              <a:ext uri="{FF2B5EF4-FFF2-40B4-BE49-F238E27FC236}">
                <a16:creationId xmlns:a16="http://schemas.microsoft.com/office/drawing/2014/main" id="{32E91765-90FF-12D9-D831-44FB169D4310}"/>
              </a:ext>
            </a:extLst>
          </p:cNvPr>
          <p:cNvSpPr>
            <a:spLocks noGrp="1"/>
          </p:cNvSpPr>
          <p:nvPr>
            <p:ph type="sldNum" sz="quarter" idx="12"/>
          </p:nvPr>
        </p:nvSpPr>
        <p:spPr/>
        <p:txBody>
          <a:bodyPr/>
          <a:lstStyle/>
          <a:p>
            <a:fld id="{09B84523-820D-4965-B47E-17F917200B06}" type="slidenum">
              <a:rPr lang="it-CH" smtClean="0"/>
              <a:t>9</a:t>
            </a:fld>
            <a:endParaRPr lang="it-CH"/>
          </a:p>
        </p:txBody>
      </p:sp>
      <p:sp>
        <p:nvSpPr>
          <p:cNvPr id="6" name="Rectangle: Rounded Corners 5">
            <a:extLst>
              <a:ext uri="{FF2B5EF4-FFF2-40B4-BE49-F238E27FC236}">
                <a16:creationId xmlns:a16="http://schemas.microsoft.com/office/drawing/2014/main" id="{95B96FEF-63A4-D533-D0D5-D2D1A948F1FB}"/>
              </a:ext>
            </a:extLst>
          </p:cNvPr>
          <p:cNvSpPr/>
          <p:nvPr/>
        </p:nvSpPr>
        <p:spPr>
          <a:xfrm>
            <a:off x="327189" y="1663447"/>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13" name="Rectangle: Rounded Corners 12">
            <a:extLst>
              <a:ext uri="{FF2B5EF4-FFF2-40B4-BE49-F238E27FC236}">
                <a16:creationId xmlns:a16="http://schemas.microsoft.com/office/drawing/2014/main" id="{80125CDE-9AFF-9ED4-D206-119569796AD0}"/>
              </a:ext>
            </a:extLst>
          </p:cNvPr>
          <p:cNvSpPr/>
          <p:nvPr/>
        </p:nvSpPr>
        <p:spPr>
          <a:xfrm>
            <a:off x="2893943" y="1663447"/>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15" name="Straight Connector 14">
            <a:extLst>
              <a:ext uri="{FF2B5EF4-FFF2-40B4-BE49-F238E27FC236}">
                <a16:creationId xmlns:a16="http://schemas.microsoft.com/office/drawing/2014/main" id="{58CB9190-D9F1-E654-6BA4-B3037A8D6E3D}"/>
              </a:ext>
            </a:extLst>
          </p:cNvPr>
          <p:cNvCxnSpPr>
            <a:stCxn id="6" idx="3"/>
            <a:endCxn id="13" idx="1"/>
          </p:cNvCxnSpPr>
          <p:nvPr/>
        </p:nvCxnSpPr>
        <p:spPr>
          <a:xfrm>
            <a:off x="2616502" y="2287805"/>
            <a:ext cx="277441"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296D040-8CB8-ABCA-37CC-DA50CA91DAF6}"/>
              </a:ext>
            </a:extLst>
          </p:cNvPr>
          <p:cNvSpPr txBox="1"/>
          <p:nvPr/>
        </p:nvSpPr>
        <p:spPr>
          <a:xfrm>
            <a:off x="412498" y="3030986"/>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12" name="TextBox 11">
            <a:extLst>
              <a:ext uri="{FF2B5EF4-FFF2-40B4-BE49-F238E27FC236}">
                <a16:creationId xmlns:a16="http://schemas.microsoft.com/office/drawing/2014/main" id="{DA48A0B7-16CD-4EF9-A7D6-DCF4F4017E1B}"/>
              </a:ext>
            </a:extLst>
          </p:cNvPr>
          <p:cNvSpPr txBox="1"/>
          <p:nvPr/>
        </p:nvSpPr>
        <p:spPr>
          <a:xfrm>
            <a:off x="2979252" y="3030986"/>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cxnSp>
        <p:nvCxnSpPr>
          <p:cNvPr id="16" name="Straight Arrow Connector 15">
            <a:extLst>
              <a:ext uri="{FF2B5EF4-FFF2-40B4-BE49-F238E27FC236}">
                <a16:creationId xmlns:a16="http://schemas.microsoft.com/office/drawing/2014/main" id="{43CC9B40-75C9-07B7-4717-7C3B50AF969A}"/>
              </a:ext>
            </a:extLst>
          </p:cNvPr>
          <p:cNvCxnSpPr/>
          <p:nvPr/>
        </p:nvCxnSpPr>
        <p:spPr>
          <a:xfrm>
            <a:off x="1888034" y="3319670"/>
            <a:ext cx="10912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3048CF5-FCEE-6703-11F8-448DFE411D15}"/>
              </a:ext>
            </a:extLst>
          </p:cNvPr>
          <p:cNvCxnSpPr>
            <a:cxnSpLocks/>
          </p:cNvCxnSpPr>
          <p:nvPr/>
        </p:nvCxnSpPr>
        <p:spPr>
          <a:xfrm>
            <a:off x="2329069" y="3727174"/>
            <a:ext cx="6501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5CC27E13-8985-D157-0A06-2BFA59637D20}"/>
              </a:ext>
            </a:extLst>
          </p:cNvPr>
          <p:cNvCxnSpPr>
            <a:cxnSpLocks/>
          </p:cNvCxnSpPr>
          <p:nvPr/>
        </p:nvCxnSpPr>
        <p:spPr>
          <a:xfrm>
            <a:off x="1066800" y="4144618"/>
            <a:ext cx="191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AB1CAF5-EEF3-CEDB-1B2D-DDE3231C3946}"/>
              </a:ext>
            </a:extLst>
          </p:cNvPr>
          <p:cNvCxnSpPr>
            <a:cxnSpLocks/>
          </p:cNvCxnSpPr>
          <p:nvPr/>
        </p:nvCxnSpPr>
        <p:spPr>
          <a:xfrm>
            <a:off x="2109848" y="4562061"/>
            <a:ext cx="8694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7E09D9DD-FD47-6CD1-D3AC-D8A3FA6C1C5A}"/>
              </a:ext>
            </a:extLst>
          </p:cNvPr>
          <p:cNvSpPr/>
          <p:nvPr/>
        </p:nvSpPr>
        <p:spPr>
          <a:xfrm>
            <a:off x="87682" y="5113959"/>
            <a:ext cx="5467463" cy="534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4" name="Picture 4">
            <a:extLst>
              <a:ext uri="{FF2B5EF4-FFF2-40B4-BE49-F238E27FC236}">
                <a16:creationId xmlns:a16="http://schemas.microsoft.com/office/drawing/2014/main" id="{1183985B-A8B5-FA1D-72DC-905E1E146C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2521" y="-1317244"/>
            <a:ext cx="2613052" cy="84564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27675893-469E-12D7-21B0-0BB5B06257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1530" y="-2910341"/>
            <a:ext cx="2613052" cy="174203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34BE4495-EC9C-7265-99F4-51D5F4C2CBD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425307" y="1496328"/>
            <a:ext cx="3480266" cy="889401"/>
          </a:xfrm>
          <a:prstGeom prst="rect">
            <a:avLst/>
          </a:prstGeom>
        </p:spPr>
      </p:pic>
      <p:sp>
        <p:nvSpPr>
          <p:cNvPr id="30" name="TextBox 29">
            <a:extLst>
              <a:ext uri="{FF2B5EF4-FFF2-40B4-BE49-F238E27FC236}">
                <a16:creationId xmlns:a16="http://schemas.microsoft.com/office/drawing/2014/main" id="{585983CB-D290-3DFD-44D2-27A70D6E0E4A}"/>
              </a:ext>
            </a:extLst>
          </p:cNvPr>
          <p:cNvSpPr txBox="1"/>
          <p:nvPr/>
        </p:nvSpPr>
        <p:spPr>
          <a:xfrm>
            <a:off x="6266430" y="-2606415"/>
            <a:ext cx="5428599" cy="523220"/>
          </a:xfrm>
          <a:prstGeom prst="rect">
            <a:avLst/>
          </a:prstGeom>
          <a:noFill/>
        </p:spPr>
        <p:txBody>
          <a:bodyPr wrap="square" rtlCol="0">
            <a:spAutoFit/>
          </a:bodyPr>
          <a:lstStyle/>
          <a:p>
            <a:r>
              <a:rPr lang="en-GB" sz="2800" b="1">
                <a:solidFill>
                  <a:schemeClr val="accent1"/>
                </a:solidFill>
              </a:rPr>
              <a:t>Backend</a:t>
            </a:r>
            <a:endParaRPr lang="it-IT" sz="2800" b="1">
              <a:solidFill>
                <a:schemeClr val="accent1"/>
              </a:solidFill>
            </a:endParaRPr>
          </a:p>
        </p:txBody>
      </p:sp>
      <p:sp>
        <p:nvSpPr>
          <p:cNvPr id="32" name="TextBox 31">
            <a:extLst>
              <a:ext uri="{FF2B5EF4-FFF2-40B4-BE49-F238E27FC236}">
                <a16:creationId xmlns:a16="http://schemas.microsoft.com/office/drawing/2014/main" id="{3BF812C2-C429-5F3C-6071-CEF40C2D3B4A}"/>
              </a:ext>
            </a:extLst>
          </p:cNvPr>
          <p:cNvSpPr txBox="1"/>
          <p:nvPr/>
        </p:nvSpPr>
        <p:spPr>
          <a:xfrm>
            <a:off x="6257291" y="211986"/>
            <a:ext cx="5428599" cy="523220"/>
          </a:xfrm>
          <a:prstGeom prst="rect">
            <a:avLst/>
          </a:prstGeom>
          <a:noFill/>
        </p:spPr>
        <p:txBody>
          <a:bodyPr wrap="square" rtlCol="0">
            <a:spAutoFit/>
          </a:bodyPr>
          <a:lstStyle/>
          <a:p>
            <a:r>
              <a:rPr lang="en-GB" sz="2800" b="1">
                <a:solidFill>
                  <a:schemeClr val="accent1"/>
                </a:solidFill>
              </a:rPr>
              <a:t>Client</a:t>
            </a:r>
            <a:endParaRPr lang="it-IT" sz="2800" b="1">
              <a:solidFill>
                <a:schemeClr val="accent1"/>
              </a:solidFill>
            </a:endParaRPr>
          </a:p>
        </p:txBody>
      </p:sp>
      <p:sp>
        <p:nvSpPr>
          <p:cNvPr id="8" name="TextBox 7">
            <a:extLst>
              <a:ext uri="{FF2B5EF4-FFF2-40B4-BE49-F238E27FC236}">
                <a16:creationId xmlns:a16="http://schemas.microsoft.com/office/drawing/2014/main" id="{0494C04D-3C07-7BE4-A23F-E6E3A61591B4}"/>
              </a:ext>
            </a:extLst>
          </p:cNvPr>
          <p:cNvSpPr txBox="1"/>
          <p:nvPr/>
        </p:nvSpPr>
        <p:spPr>
          <a:xfrm>
            <a:off x="7879847" y="2730145"/>
            <a:ext cx="3272134" cy="2545377"/>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it-IT"/>
              <a:t>modular design</a:t>
            </a:r>
          </a:p>
          <a:p>
            <a:pPr marL="285750" indent="-285750">
              <a:lnSpc>
                <a:spcPct val="150000"/>
              </a:lnSpc>
              <a:buFont typeface="Arial" panose="020B0604020202020204" pitchFamily="34" charset="0"/>
              <a:buChar char="•"/>
            </a:pPr>
            <a:r>
              <a:rPr lang="it-IT"/>
              <a:t>object oriented </a:t>
            </a:r>
          </a:p>
          <a:p>
            <a:pPr marL="285750" indent="-285750">
              <a:lnSpc>
                <a:spcPct val="150000"/>
              </a:lnSpc>
              <a:buFont typeface="Arial" panose="020B0604020202020204" pitchFamily="34" charset="0"/>
              <a:buChar char="•"/>
            </a:pPr>
            <a:r>
              <a:rPr lang="en-GB"/>
              <a:t>reusable</a:t>
            </a:r>
          </a:p>
          <a:p>
            <a:pPr>
              <a:lnSpc>
                <a:spcPct val="150000"/>
              </a:lnSpc>
            </a:pPr>
            <a:r>
              <a:rPr lang="it-IT"/>
              <a:t>for </a:t>
            </a:r>
            <a:r>
              <a:rPr lang="it-IT" b="1"/>
              <a:t>wheel</a:t>
            </a:r>
          </a:p>
          <a:p>
            <a:pPr marL="285750" indent="-285750">
              <a:lnSpc>
                <a:spcPct val="150000"/>
              </a:lnSpc>
              <a:buFont typeface="Arial" panose="020B0604020202020204" pitchFamily="34" charset="0"/>
              <a:buChar char="•"/>
            </a:pPr>
            <a:r>
              <a:rPr lang="it-IT" b="1"/>
              <a:t>versioned</a:t>
            </a:r>
          </a:p>
          <a:p>
            <a:pPr marL="285750" indent="-285750">
              <a:lnSpc>
                <a:spcPct val="150000"/>
              </a:lnSpc>
              <a:buFont typeface="Arial" panose="020B0604020202020204" pitchFamily="34" charset="0"/>
              <a:buChar char="•"/>
            </a:pPr>
            <a:r>
              <a:rPr lang="it-IT" b="1"/>
              <a:t>easy to distribute</a:t>
            </a:r>
            <a:endParaRPr lang="en-GB"/>
          </a:p>
        </p:txBody>
      </p:sp>
    </p:spTree>
    <p:extLst>
      <p:ext uri="{BB962C8B-B14F-4D97-AF65-F5344CB8AC3E}">
        <p14:creationId xmlns:p14="http://schemas.microsoft.com/office/powerpoint/2010/main" val="462277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7F885-B2CC-2563-0E7A-85313218B4C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7E12FC1-65CE-3297-77B4-9111705464FA}"/>
              </a:ext>
            </a:extLst>
          </p:cNvPr>
          <p:cNvSpPr/>
          <p:nvPr/>
        </p:nvSpPr>
        <p:spPr>
          <a:xfrm>
            <a:off x="5712278" y="-5349641"/>
            <a:ext cx="6680548" cy="448089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 name="Rectangle 23">
            <a:extLst>
              <a:ext uri="{FF2B5EF4-FFF2-40B4-BE49-F238E27FC236}">
                <a16:creationId xmlns:a16="http://schemas.microsoft.com/office/drawing/2014/main" id="{5B30A28C-A103-A33E-6326-1B579EEFED49}"/>
              </a:ext>
            </a:extLst>
          </p:cNvPr>
          <p:cNvSpPr/>
          <p:nvPr/>
        </p:nvSpPr>
        <p:spPr>
          <a:xfrm>
            <a:off x="5712278" y="-552"/>
            <a:ext cx="6680548" cy="700714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Arrow: Right 10">
            <a:extLst>
              <a:ext uri="{FF2B5EF4-FFF2-40B4-BE49-F238E27FC236}">
                <a16:creationId xmlns:a16="http://schemas.microsoft.com/office/drawing/2014/main" id="{656F35FE-DA95-7618-79A2-ACCEB4EBF18C}"/>
              </a:ext>
            </a:extLst>
          </p:cNvPr>
          <p:cNvSpPr/>
          <p:nvPr/>
        </p:nvSpPr>
        <p:spPr>
          <a:xfrm>
            <a:off x="-2752283" y="-3165567"/>
            <a:ext cx="1734378" cy="528303"/>
          </a:xfrm>
          <a:prstGeom prst="rightArrow">
            <a:avLst>
              <a:gd name="adj1" fmla="val 50000"/>
              <a:gd name="adj2" fmla="val 9899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Date Placeholder 1">
            <a:extLst>
              <a:ext uri="{FF2B5EF4-FFF2-40B4-BE49-F238E27FC236}">
                <a16:creationId xmlns:a16="http://schemas.microsoft.com/office/drawing/2014/main" id="{8BDE3945-0682-B75B-FE23-58EBD9BFEC8B}"/>
              </a:ext>
            </a:extLst>
          </p:cNvPr>
          <p:cNvSpPr>
            <a:spLocks noGrp="1"/>
          </p:cNvSpPr>
          <p:nvPr>
            <p:ph type="dt" sz="half" idx="10"/>
          </p:nvPr>
        </p:nvSpPr>
        <p:spPr/>
        <p:txBody>
          <a:bodyPr/>
          <a:lstStyle/>
          <a:p>
            <a:fld id="{AF14D244-3375-4C9F-BD30-C1B79BA9FCA8}" type="datetime1">
              <a:rPr lang="it-CH" smtClean="0"/>
              <a:t>05.06.2025</a:t>
            </a:fld>
            <a:endParaRPr lang="it-CH"/>
          </a:p>
        </p:txBody>
      </p:sp>
      <p:sp>
        <p:nvSpPr>
          <p:cNvPr id="3" name="Footer Placeholder 2">
            <a:extLst>
              <a:ext uri="{FF2B5EF4-FFF2-40B4-BE49-F238E27FC236}">
                <a16:creationId xmlns:a16="http://schemas.microsoft.com/office/drawing/2014/main" id="{11637136-B883-0B32-53BF-892069D79712}"/>
              </a:ext>
            </a:extLst>
          </p:cNvPr>
          <p:cNvSpPr>
            <a:spLocks noGrp="1"/>
          </p:cNvSpPr>
          <p:nvPr>
            <p:ph type="ftr" sz="quarter" idx="11"/>
          </p:nvPr>
        </p:nvSpPr>
        <p:spPr/>
        <p:txBody>
          <a:bodyPr/>
          <a:lstStyle/>
          <a:p>
            <a:r>
              <a:rPr lang="it-CH"/>
              <a:t>Group 06 - task manager</a:t>
            </a:r>
          </a:p>
        </p:txBody>
      </p:sp>
      <p:sp>
        <p:nvSpPr>
          <p:cNvPr id="4" name="Slide Number Placeholder 3">
            <a:extLst>
              <a:ext uri="{FF2B5EF4-FFF2-40B4-BE49-F238E27FC236}">
                <a16:creationId xmlns:a16="http://schemas.microsoft.com/office/drawing/2014/main" id="{9BF0ED94-AF68-0BBA-140E-DFFF11AC1F77}"/>
              </a:ext>
            </a:extLst>
          </p:cNvPr>
          <p:cNvSpPr>
            <a:spLocks noGrp="1"/>
          </p:cNvSpPr>
          <p:nvPr>
            <p:ph type="sldNum" sz="quarter" idx="12"/>
          </p:nvPr>
        </p:nvSpPr>
        <p:spPr/>
        <p:txBody>
          <a:bodyPr/>
          <a:lstStyle/>
          <a:p>
            <a:fld id="{09B84523-820D-4965-B47E-17F917200B06}" type="slidenum">
              <a:rPr lang="it-CH" smtClean="0"/>
              <a:t>10</a:t>
            </a:fld>
            <a:endParaRPr lang="it-CH"/>
          </a:p>
        </p:txBody>
      </p:sp>
      <p:sp>
        <p:nvSpPr>
          <p:cNvPr id="5" name="Rectangle: Rounded Corners 4">
            <a:extLst>
              <a:ext uri="{FF2B5EF4-FFF2-40B4-BE49-F238E27FC236}">
                <a16:creationId xmlns:a16="http://schemas.microsoft.com/office/drawing/2014/main" id="{61996B5C-BE09-6CD2-64D0-5314166B87AE}"/>
              </a:ext>
            </a:extLst>
          </p:cNvPr>
          <p:cNvSpPr/>
          <p:nvPr/>
        </p:nvSpPr>
        <p:spPr>
          <a:xfrm>
            <a:off x="-3566491" y="-3525773"/>
            <a:ext cx="2289313" cy="1248716"/>
          </a:xfrm>
          <a:prstGeom prst="roundRect">
            <a:avLst/>
          </a:prstGeom>
          <a:solidFill>
            <a:schemeClr val="accent4">
              <a:lumMod val="20000"/>
              <a:lumOff val="80000"/>
            </a:schemeClr>
          </a:solidFill>
          <a:ln>
            <a:solidFill>
              <a:srgbClr val="FF0000"/>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Problem</a:t>
            </a:r>
            <a:endParaRPr lang="it-IT" sz="2000" b="1">
              <a:solidFill>
                <a:sysClr val="windowText" lastClr="000000"/>
              </a:solidFill>
            </a:endParaRPr>
          </a:p>
        </p:txBody>
      </p:sp>
      <p:sp>
        <p:nvSpPr>
          <p:cNvPr id="6" name="Rectangle: Rounded Corners 5">
            <a:extLst>
              <a:ext uri="{FF2B5EF4-FFF2-40B4-BE49-F238E27FC236}">
                <a16:creationId xmlns:a16="http://schemas.microsoft.com/office/drawing/2014/main" id="{E755505A-1F5E-76BA-DA79-4FF23810322C}"/>
              </a:ext>
            </a:extLst>
          </p:cNvPr>
          <p:cNvSpPr/>
          <p:nvPr/>
        </p:nvSpPr>
        <p:spPr>
          <a:xfrm>
            <a:off x="327189" y="-3525773"/>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13" name="Rectangle: Rounded Corners 12">
            <a:extLst>
              <a:ext uri="{FF2B5EF4-FFF2-40B4-BE49-F238E27FC236}">
                <a16:creationId xmlns:a16="http://schemas.microsoft.com/office/drawing/2014/main" id="{1B2F6E81-3D00-1A68-7898-0BE2F5F47741}"/>
              </a:ext>
            </a:extLst>
          </p:cNvPr>
          <p:cNvSpPr/>
          <p:nvPr/>
        </p:nvSpPr>
        <p:spPr>
          <a:xfrm>
            <a:off x="2893943" y="-3525773"/>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15" name="Straight Connector 14">
            <a:extLst>
              <a:ext uri="{FF2B5EF4-FFF2-40B4-BE49-F238E27FC236}">
                <a16:creationId xmlns:a16="http://schemas.microsoft.com/office/drawing/2014/main" id="{33CB3FE4-44E1-B67F-C5A8-80E574E18703}"/>
              </a:ext>
            </a:extLst>
          </p:cNvPr>
          <p:cNvCxnSpPr>
            <a:stCxn id="6" idx="3"/>
            <a:endCxn id="13" idx="1"/>
          </p:cNvCxnSpPr>
          <p:nvPr/>
        </p:nvCxnSpPr>
        <p:spPr>
          <a:xfrm>
            <a:off x="2616502" y="-2901415"/>
            <a:ext cx="277441"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1F03A9D-0C14-5946-4035-4881E468CF05}"/>
              </a:ext>
            </a:extLst>
          </p:cNvPr>
          <p:cNvSpPr txBox="1"/>
          <p:nvPr/>
        </p:nvSpPr>
        <p:spPr>
          <a:xfrm>
            <a:off x="-3481182" y="-2158234"/>
            <a:ext cx="2118693" cy="2031325"/>
          </a:xfrm>
          <a:prstGeom prst="rect">
            <a:avLst/>
          </a:prstGeom>
          <a:noFill/>
        </p:spPr>
        <p:txBody>
          <a:bodyPr wrap="square" rtlCol="0">
            <a:spAutoFit/>
          </a:bodyPr>
          <a:lstStyle/>
          <a:p>
            <a:pPr>
              <a:lnSpc>
                <a:spcPct val="150000"/>
              </a:lnSpc>
            </a:pPr>
            <a:r>
              <a:rPr lang="it-IT">
                <a:solidFill>
                  <a:srgbClr val="FF0000"/>
                </a:solidFill>
              </a:rPr>
              <a:t>data persistence</a:t>
            </a:r>
          </a:p>
          <a:p>
            <a:pPr>
              <a:lnSpc>
                <a:spcPct val="150000"/>
              </a:lnSpc>
            </a:pPr>
            <a:r>
              <a:rPr lang="it-IT">
                <a:solidFill>
                  <a:srgbClr val="FF0000"/>
                </a:solidFill>
              </a:rPr>
              <a:t>ask queries to db</a:t>
            </a:r>
          </a:p>
          <a:p>
            <a:pPr>
              <a:lnSpc>
                <a:spcPct val="150000"/>
              </a:lnSpc>
            </a:pPr>
            <a:r>
              <a:rPr lang="it-IT">
                <a:solidFill>
                  <a:srgbClr val="FF0000"/>
                </a:solidFill>
              </a:rPr>
              <a:t>retrieve responses</a:t>
            </a:r>
          </a:p>
          <a:p>
            <a:pPr>
              <a:lnSpc>
                <a:spcPct val="150000"/>
              </a:lnSpc>
            </a:pPr>
            <a:r>
              <a:rPr lang="it-IT">
                <a:solidFill>
                  <a:srgbClr val="FF0000"/>
                </a:solidFill>
              </a:rPr>
              <a:t>permit large usage</a:t>
            </a:r>
          </a:p>
          <a:p>
            <a:endParaRPr lang="it-IT"/>
          </a:p>
        </p:txBody>
      </p:sp>
      <p:sp>
        <p:nvSpPr>
          <p:cNvPr id="10" name="TextBox 9">
            <a:extLst>
              <a:ext uri="{FF2B5EF4-FFF2-40B4-BE49-F238E27FC236}">
                <a16:creationId xmlns:a16="http://schemas.microsoft.com/office/drawing/2014/main" id="{F801698F-1D02-76BD-DA1A-6476D6C76301}"/>
              </a:ext>
            </a:extLst>
          </p:cNvPr>
          <p:cNvSpPr txBox="1"/>
          <p:nvPr/>
        </p:nvSpPr>
        <p:spPr>
          <a:xfrm>
            <a:off x="412498" y="-2158234"/>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12" name="TextBox 11">
            <a:extLst>
              <a:ext uri="{FF2B5EF4-FFF2-40B4-BE49-F238E27FC236}">
                <a16:creationId xmlns:a16="http://schemas.microsoft.com/office/drawing/2014/main" id="{D033428A-61D1-ADD4-64EF-9E9222BE048C}"/>
              </a:ext>
            </a:extLst>
          </p:cNvPr>
          <p:cNvSpPr txBox="1"/>
          <p:nvPr/>
        </p:nvSpPr>
        <p:spPr>
          <a:xfrm>
            <a:off x="2979252" y="-2158234"/>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cxnSp>
        <p:nvCxnSpPr>
          <p:cNvPr id="16" name="Straight Arrow Connector 15">
            <a:extLst>
              <a:ext uri="{FF2B5EF4-FFF2-40B4-BE49-F238E27FC236}">
                <a16:creationId xmlns:a16="http://schemas.microsoft.com/office/drawing/2014/main" id="{211DE917-BC50-D4D0-D11A-EF6C1943E87A}"/>
              </a:ext>
            </a:extLst>
          </p:cNvPr>
          <p:cNvCxnSpPr/>
          <p:nvPr/>
        </p:nvCxnSpPr>
        <p:spPr>
          <a:xfrm>
            <a:off x="1888034" y="-1869550"/>
            <a:ext cx="10912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0266A41-3242-3150-C31B-5ECDAABDF1F5}"/>
              </a:ext>
            </a:extLst>
          </p:cNvPr>
          <p:cNvCxnSpPr>
            <a:cxnSpLocks/>
          </p:cNvCxnSpPr>
          <p:nvPr/>
        </p:nvCxnSpPr>
        <p:spPr>
          <a:xfrm>
            <a:off x="2329069" y="-1462046"/>
            <a:ext cx="6501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0DA93E6-52E3-E62D-1DD1-4B5A2974C178}"/>
              </a:ext>
            </a:extLst>
          </p:cNvPr>
          <p:cNvCxnSpPr>
            <a:cxnSpLocks/>
          </p:cNvCxnSpPr>
          <p:nvPr/>
        </p:nvCxnSpPr>
        <p:spPr>
          <a:xfrm>
            <a:off x="1066800" y="-1044602"/>
            <a:ext cx="191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FA81E14-8075-DF9A-81D4-28A82076981B}"/>
              </a:ext>
            </a:extLst>
          </p:cNvPr>
          <p:cNvCxnSpPr>
            <a:cxnSpLocks/>
          </p:cNvCxnSpPr>
          <p:nvPr/>
        </p:nvCxnSpPr>
        <p:spPr>
          <a:xfrm>
            <a:off x="2109848" y="-627159"/>
            <a:ext cx="8694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A5C38D43-6F78-8BD7-4534-98FC1CFBA414}"/>
              </a:ext>
            </a:extLst>
          </p:cNvPr>
          <p:cNvSpPr/>
          <p:nvPr/>
        </p:nvSpPr>
        <p:spPr>
          <a:xfrm>
            <a:off x="87682" y="5113959"/>
            <a:ext cx="5467463" cy="534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4" name="Picture 4">
            <a:extLst>
              <a:ext uri="{FF2B5EF4-FFF2-40B4-BE49-F238E27FC236}">
                <a16:creationId xmlns:a16="http://schemas.microsoft.com/office/drawing/2014/main" id="{AF23F350-DE31-0290-2EE9-8919FC7BB1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303" y="-2904197"/>
            <a:ext cx="3362270" cy="108811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92C41E68-7B3F-C1E1-A845-1F51381A6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2312" y="-5091652"/>
            <a:ext cx="3362270" cy="22415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E46597F-5C66-731F-D6C4-2F52714A3126}"/>
              </a:ext>
            </a:extLst>
          </p:cNvPr>
          <p:cNvSpPr txBox="1"/>
          <p:nvPr/>
        </p:nvSpPr>
        <p:spPr>
          <a:xfrm>
            <a:off x="6096001" y="-1462046"/>
            <a:ext cx="5683502" cy="523220"/>
          </a:xfrm>
          <a:prstGeom prst="rect">
            <a:avLst/>
          </a:prstGeom>
          <a:noFill/>
        </p:spPr>
        <p:txBody>
          <a:bodyPr wrap="square" rtlCol="0">
            <a:spAutoFit/>
          </a:bodyPr>
          <a:lstStyle/>
          <a:p>
            <a:r>
              <a:rPr lang="en-GB" sz="2800" b="1">
                <a:solidFill>
                  <a:schemeClr val="accent1"/>
                </a:solidFill>
              </a:rPr>
              <a:t>Backend</a:t>
            </a:r>
            <a:endParaRPr lang="it-IT" sz="2800" b="1">
              <a:solidFill>
                <a:schemeClr val="accent1"/>
              </a:solidFill>
            </a:endParaRPr>
          </a:p>
        </p:txBody>
      </p:sp>
      <p:sp>
        <p:nvSpPr>
          <p:cNvPr id="36" name="TextBox 35">
            <a:extLst>
              <a:ext uri="{FF2B5EF4-FFF2-40B4-BE49-F238E27FC236}">
                <a16:creationId xmlns:a16="http://schemas.microsoft.com/office/drawing/2014/main" id="{01383AD0-3AF9-7F13-0263-0DFD2A64AFEE}"/>
              </a:ext>
            </a:extLst>
          </p:cNvPr>
          <p:cNvSpPr txBox="1"/>
          <p:nvPr/>
        </p:nvSpPr>
        <p:spPr>
          <a:xfrm>
            <a:off x="7879847" y="2730145"/>
            <a:ext cx="3272134" cy="2545377"/>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it-IT"/>
              <a:t>modular design</a:t>
            </a:r>
          </a:p>
          <a:p>
            <a:pPr marL="285750" indent="-285750">
              <a:lnSpc>
                <a:spcPct val="150000"/>
              </a:lnSpc>
              <a:buFont typeface="Arial" panose="020B0604020202020204" pitchFamily="34" charset="0"/>
              <a:buChar char="•"/>
            </a:pPr>
            <a:r>
              <a:rPr lang="it-IT"/>
              <a:t>object oriented </a:t>
            </a:r>
          </a:p>
          <a:p>
            <a:pPr marL="285750" indent="-285750">
              <a:lnSpc>
                <a:spcPct val="150000"/>
              </a:lnSpc>
              <a:buFont typeface="Arial" panose="020B0604020202020204" pitchFamily="34" charset="0"/>
              <a:buChar char="•"/>
            </a:pPr>
            <a:r>
              <a:rPr lang="en-GB"/>
              <a:t>reusable</a:t>
            </a:r>
          </a:p>
          <a:p>
            <a:pPr>
              <a:lnSpc>
                <a:spcPct val="150000"/>
              </a:lnSpc>
            </a:pPr>
            <a:r>
              <a:rPr lang="it-IT"/>
              <a:t>for </a:t>
            </a:r>
            <a:r>
              <a:rPr lang="it-IT" b="1"/>
              <a:t>wheel</a:t>
            </a:r>
          </a:p>
          <a:p>
            <a:pPr marL="285750" indent="-285750">
              <a:lnSpc>
                <a:spcPct val="150000"/>
              </a:lnSpc>
              <a:buFont typeface="Arial" panose="020B0604020202020204" pitchFamily="34" charset="0"/>
              <a:buChar char="•"/>
            </a:pPr>
            <a:r>
              <a:rPr lang="it-IT" b="1"/>
              <a:t>versioned</a:t>
            </a:r>
          </a:p>
          <a:p>
            <a:pPr marL="285750" indent="-285750">
              <a:lnSpc>
                <a:spcPct val="150000"/>
              </a:lnSpc>
              <a:buFont typeface="Arial" panose="020B0604020202020204" pitchFamily="34" charset="0"/>
              <a:buChar char="•"/>
            </a:pPr>
            <a:r>
              <a:rPr lang="it-IT" b="1"/>
              <a:t>easy to distribute</a:t>
            </a:r>
            <a:endParaRPr lang="en-GB"/>
          </a:p>
        </p:txBody>
      </p:sp>
      <p:pic>
        <p:nvPicPr>
          <p:cNvPr id="37" name="Picture 36">
            <a:extLst>
              <a:ext uri="{FF2B5EF4-FFF2-40B4-BE49-F238E27FC236}">
                <a16:creationId xmlns:a16="http://schemas.microsoft.com/office/drawing/2014/main" id="{E1D0F43E-1950-A69E-F381-56088D4D8AC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425307" y="1496328"/>
            <a:ext cx="3480266" cy="889401"/>
          </a:xfrm>
          <a:prstGeom prst="rect">
            <a:avLst/>
          </a:prstGeom>
        </p:spPr>
      </p:pic>
      <p:sp>
        <p:nvSpPr>
          <p:cNvPr id="38" name="TextBox 37">
            <a:extLst>
              <a:ext uri="{FF2B5EF4-FFF2-40B4-BE49-F238E27FC236}">
                <a16:creationId xmlns:a16="http://schemas.microsoft.com/office/drawing/2014/main" id="{DF650C1A-1FE7-66E8-025E-EF2CEE3ACA59}"/>
              </a:ext>
            </a:extLst>
          </p:cNvPr>
          <p:cNvSpPr txBox="1"/>
          <p:nvPr/>
        </p:nvSpPr>
        <p:spPr>
          <a:xfrm>
            <a:off x="6257291" y="211986"/>
            <a:ext cx="5428599" cy="523220"/>
          </a:xfrm>
          <a:prstGeom prst="rect">
            <a:avLst/>
          </a:prstGeom>
          <a:noFill/>
        </p:spPr>
        <p:txBody>
          <a:bodyPr wrap="square" rtlCol="0">
            <a:spAutoFit/>
          </a:bodyPr>
          <a:lstStyle/>
          <a:p>
            <a:r>
              <a:rPr lang="en-GB" sz="2800" b="1">
                <a:solidFill>
                  <a:schemeClr val="accent1"/>
                </a:solidFill>
              </a:rPr>
              <a:t>Client</a:t>
            </a:r>
            <a:endParaRPr lang="it-IT" sz="2800" b="1">
              <a:solidFill>
                <a:schemeClr val="accent1"/>
              </a:solidFill>
            </a:endParaRPr>
          </a:p>
        </p:txBody>
      </p:sp>
      <p:pic>
        <p:nvPicPr>
          <p:cNvPr id="40" name="Picture 39">
            <a:extLst>
              <a:ext uri="{FF2B5EF4-FFF2-40B4-BE49-F238E27FC236}">
                <a16:creationId xmlns:a16="http://schemas.microsoft.com/office/drawing/2014/main" id="{A6556144-1FA7-EC76-F2F4-866AF2282936}"/>
              </a:ext>
            </a:extLst>
          </p:cNvPr>
          <p:cNvPicPr>
            <a:picLocks noChangeAspect="1"/>
          </p:cNvPicPr>
          <p:nvPr/>
        </p:nvPicPr>
        <p:blipFill>
          <a:blip r:embed="rId5"/>
          <a:stretch>
            <a:fillRect/>
          </a:stretch>
        </p:blipFill>
        <p:spPr>
          <a:xfrm>
            <a:off x="113635" y="736670"/>
            <a:ext cx="5469089" cy="2854636"/>
          </a:xfrm>
          <a:prstGeom prst="rect">
            <a:avLst/>
          </a:prstGeom>
          <a:ln>
            <a:solidFill>
              <a:schemeClr val="bg2">
                <a:lumMod val="90000"/>
              </a:schemeClr>
            </a:solidFill>
          </a:ln>
        </p:spPr>
      </p:pic>
      <p:pic>
        <p:nvPicPr>
          <p:cNvPr id="42" name="Picture 41">
            <a:extLst>
              <a:ext uri="{FF2B5EF4-FFF2-40B4-BE49-F238E27FC236}">
                <a16:creationId xmlns:a16="http://schemas.microsoft.com/office/drawing/2014/main" id="{BB87E552-A089-D995-DF7C-51FBDF8FE57E}"/>
              </a:ext>
            </a:extLst>
          </p:cNvPr>
          <p:cNvPicPr>
            <a:picLocks noChangeAspect="1"/>
          </p:cNvPicPr>
          <p:nvPr/>
        </p:nvPicPr>
        <p:blipFill>
          <a:blip r:embed="rId6"/>
          <a:stretch>
            <a:fillRect/>
          </a:stretch>
        </p:blipFill>
        <p:spPr>
          <a:xfrm>
            <a:off x="367633" y="3820795"/>
            <a:ext cx="4963781" cy="2266074"/>
          </a:xfrm>
          <a:prstGeom prst="rect">
            <a:avLst/>
          </a:prstGeom>
          <a:ln>
            <a:solidFill>
              <a:schemeClr val="bg2">
                <a:lumMod val="90000"/>
              </a:schemeClr>
            </a:solidFill>
          </a:ln>
        </p:spPr>
      </p:pic>
    </p:spTree>
    <p:extLst>
      <p:ext uri="{BB962C8B-B14F-4D97-AF65-F5344CB8AC3E}">
        <p14:creationId xmlns:p14="http://schemas.microsoft.com/office/powerpoint/2010/main" val="2419044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C5644-FA1E-EDF3-389D-0CEA59C25DE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8B57740-9227-D1A0-744C-EC3C62482229}"/>
              </a:ext>
            </a:extLst>
          </p:cNvPr>
          <p:cNvSpPr/>
          <p:nvPr/>
        </p:nvSpPr>
        <p:spPr>
          <a:xfrm>
            <a:off x="5712278" y="-160421"/>
            <a:ext cx="6680548" cy="448089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 name="Rectangle 23">
            <a:extLst>
              <a:ext uri="{FF2B5EF4-FFF2-40B4-BE49-F238E27FC236}">
                <a16:creationId xmlns:a16="http://schemas.microsoft.com/office/drawing/2014/main" id="{225B03AA-778B-7DB5-FFEE-A0EA23B51B0B}"/>
              </a:ext>
            </a:extLst>
          </p:cNvPr>
          <p:cNvSpPr/>
          <p:nvPr/>
        </p:nvSpPr>
        <p:spPr>
          <a:xfrm>
            <a:off x="5712278" y="4377139"/>
            <a:ext cx="6680548" cy="27776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Arrow: Right 10">
            <a:extLst>
              <a:ext uri="{FF2B5EF4-FFF2-40B4-BE49-F238E27FC236}">
                <a16:creationId xmlns:a16="http://schemas.microsoft.com/office/drawing/2014/main" id="{8123DF0D-F0F7-9614-4901-F565176AAFA9}"/>
              </a:ext>
            </a:extLst>
          </p:cNvPr>
          <p:cNvSpPr/>
          <p:nvPr/>
        </p:nvSpPr>
        <p:spPr>
          <a:xfrm>
            <a:off x="-2752283" y="2023653"/>
            <a:ext cx="1734378" cy="528303"/>
          </a:xfrm>
          <a:prstGeom prst="rightArrow">
            <a:avLst>
              <a:gd name="adj1" fmla="val 50000"/>
              <a:gd name="adj2" fmla="val 9899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Date Placeholder 1">
            <a:extLst>
              <a:ext uri="{FF2B5EF4-FFF2-40B4-BE49-F238E27FC236}">
                <a16:creationId xmlns:a16="http://schemas.microsoft.com/office/drawing/2014/main" id="{5C9368B4-0489-E3C2-6F7D-ADAC91068C13}"/>
              </a:ext>
            </a:extLst>
          </p:cNvPr>
          <p:cNvSpPr>
            <a:spLocks noGrp="1"/>
          </p:cNvSpPr>
          <p:nvPr>
            <p:ph type="dt" sz="half" idx="10"/>
          </p:nvPr>
        </p:nvSpPr>
        <p:spPr/>
        <p:txBody>
          <a:bodyPr/>
          <a:lstStyle/>
          <a:p>
            <a:fld id="{AF14D244-3375-4C9F-BD30-C1B79BA9FCA8}" type="datetime1">
              <a:rPr lang="it-CH" smtClean="0"/>
              <a:t>05.06.2025</a:t>
            </a:fld>
            <a:endParaRPr lang="it-CH"/>
          </a:p>
        </p:txBody>
      </p:sp>
      <p:sp>
        <p:nvSpPr>
          <p:cNvPr id="3" name="Footer Placeholder 2">
            <a:extLst>
              <a:ext uri="{FF2B5EF4-FFF2-40B4-BE49-F238E27FC236}">
                <a16:creationId xmlns:a16="http://schemas.microsoft.com/office/drawing/2014/main" id="{32544B9C-73E6-3783-49DD-8F42CD866ECB}"/>
              </a:ext>
            </a:extLst>
          </p:cNvPr>
          <p:cNvSpPr>
            <a:spLocks noGrp="1"/>
          </p:cNvSpPr>
          <p:nvPr>
            <p:ph type="ftr" sz="quarter" idx="11"/>
          </p:nvPr>
        </p:nvSpPr>
        <p:spPr/>
        <p:txBody>
          <a:bodyPr/>
          <a:lstStyle/>
          <a:p>
            <a:r>
              <a:rPr lang="it-CH"/>
              <a:t>Group 06 - task manager</a:t>
            </a:r>
          </a:p>
        </p:txBody>
      </p:sp>
      <p:sp>
        <p:nvSpPr>
          <p:cNvPr id="4" name="Slide Number Placeholder 3">
            <a:extLst>
              <a:ext uri="{FF2B5EF4-FFF2-40B4-BE49-F238E27FC236}">
                <a16:creationId xmlns:a16="http://schemas.microsoft.com/office/drawing/2014/main" id="{32149F00-0531-DC89-3019-EDE3205EFF0E}"/>
              </a:ext>
            </a:extLst>
          </p:cNvPr>
          <p:cNvSpPr>
            <a:spLocks noGrp="1"/>
          </p:cNvSpPr>
          <p:nvPr>
            <p:ph type="sldNum" sz="quarter" idx="12"/>
          </p:nvPr>
        </p:nvSpPr>
        <p:spPr/>
        <p:txBody>
          <a:bodyPr/>
          <a:lstStyle/>
          <a:p>
            <a:fld id="{09B84523-820D-4965-B47E-17F917200B06}" type="slidenum">
              <a:rPr lang="it-CH" smtClean="0"/>
              <a:t>11</a:t>
            </a:fld>
            <a:endParaRPr lang="it-CH"/>
          </a:p>
        </p:txBody>
      </p:sp>
      <p:sp>
        <p:nvSpPr>
          <p:cNvPr id="5" name="Rectangle: Rounded Corners 4">
            <a:extLst>
              <a:ext uri="{FF2B5EF4-FFF2-40B4-BE49-F238E27FC236}">
                <a16:creationId xmlns:a16="http://schemas.microsoft.com/office/drawing/2014/main" id="{C029C23F-CE32-92B5-E539-666FA44FF4FB}"/>
              </a:ext>
            </a:extLst>
          </p:cNvPr>
          <p:cNvSpPr/>
          <p:nvPr/>
        </p:nvSpPr>
        <p:spPr>
          <a:xfrm>
            <a:off x="-3566491" y="1663447"/>
            <a:ext cx="2289313" cy="1248716"/>
          </a:xfrm>
          <a:prstGeom prst="roundRect">
            <a:avLst/>
          </a:prstGeom>
          <a:solidFill>
            <a:schemeClr val="accent4">
              <a:lumMod val="20000"/>
              <a:lumOff val="80000"/>
            </a:schemeClr>
          </a:solidFill>
          <a:ln>
            <a:solidFill>
              <a:srgbClr val="FF0000"/>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ysClr val="windowText" lastClr="000000"/>
                </a:solidFill>
              </a:rPr>
              <a:t>Problem</a:t>
            </a:r>
            <a:endParaRPr lang="it-IT" sz="2000" b="1">
              <a:solidFill>
                <a:sysClr val="windowText" lastClr="000000"/>
              </a:solidFill>
            </a:endParaRPr>
          </a:p>
        </p:txBody>
      </p:sp>
      <p:sp>
        <p:nvSpPr>
          <p:cNvPr id="6" name="Rectangle: Rounded Corners 5">
            <a:extLst>
              <a:ext uri="{FF2B5EF4-FFF2-40B4-BE49-F238E27FC236}">
                <a16:creationId xmlns:a16="http://schemas.microsoft.com/office/drawing/2014/main" id="{54241733-BA81-A489-97F7-FE095E5B6990}"/>
              </a:ext>
            </a:extLst>
          </p:cNvPr>
          <p:cNvSpPr/>
          <p:nvPr/>
        </p:nvSpPr>
        <p:spPr>
          <a:xfrm>
            <a:off x="327189" y="1663447"/>
            <a:ext cx="2289313" cy="1248716"/>
          </a:xfrm>
          <a:prstGeom prst="roundRect">
            <a:avLst/>
          </a:prstGeom>
          <a:solidFill>
            <a:schemeClr val="accent4">
              <a:lumMod val="20000"/>
              <a:lumOff val="8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ysClr val="windowText" lastClr="000000"/>
                </a:solidFill>
              </a:rPr>
              <a:t>Approach</a:t>
            </a:r>
            <a:endParaRPr lang="it-IT" b="1">
              <a:solidFill>
                <a:sysClr val="windowText" lastClr="000000"/>
              </a:solidFill>
            </a:endParaRPr>
          </a:p>
        </p:txBody>
      </p:sp>
      <p:sp>
        <p:nvSpPr>
          <p:cNvPr id="13" name="Rectangle: Rounded Corners 12">
            <a:extLst>
              <a:ext uri="{FF2B5EF4-FFF2-40B4-BE49-F238E27FC236}">
                <a16:creationId xmlns:a16="http://schemas.microsoft.com/office/drawing/2014/main" id="{17945FF8-CCAB-DFC7-4608-2F0B99A5B902}"/>
              </a:ext>
            </a:extLst>
          </p:cNvPr>
          <p:cNvSpPr/>
          <p:nvPr/>
        </p:nvSpPr>
        <p:spPr>
          <a:xfrm>
            <a:off x="2893943" y="1663447"/>
            <a:ext cx="2289313" cy="1248716"/>
          </a:xfrm>
          <a:prstGeom prst="roundRect">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solidFill>
                  <a:sysClr val="windowText" lastClr="000000"/>
                </a:solidFill>
              </a:rPr>
              <a:t>Service</a:t>
            </a:r>
            <a:endParaRPr lang="it-IT" b="1" i="1">
              <a:solidFill>
                <a:sysClr val="windowText" lastClr="000000"/>
              </a:solidFill>
            </a:endParaRPr>
          </a:p>
        </p:txBody>
      </p:sp>
      <p:cxnSp>
        <p:nvCxnSpPr>
          <p:cNvPr id="15" name="Straight Connector 14">
            <a:extLst>
              <a:ext uri="{FF2B5EF4-FFF2-40B4-BE49-F238E27FC236}">
                <a16:creationId xmlns:a16="http://schemas.microsoft.com/office/drawing/2014/main" id="{F3968A75-E6EF-7CB7-76C1-ACD46862B7AF}"/>
              </a:ext>
            </a:extLst>
          </p:cNvPr>
          <p:cNvCxnSpPr>
            <a:stCxn id="6" idx="3"/>
            <a:endCxn id="13" idx="1"/>
          </p:cNvCxnSpPr>
          <p:nvPr/>
        </p:nvCxnSpPr>
        <p:spPr>
          <a:xfrm>
            <a:off x="2616502" y="2287805"/>
            <a:ext cx="277441"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C50880F-F4FC-5995-4EFC-7D16FC3BF3F7}"/>
              </a:ext>
            </a:extLst>
          </p:cNvPr>
          <p:cNvSpPr txBox="1"/>
          <p:nvPr/>
        </p:nvSpPr>
        <p:spPr>
          <a:xfrm>
            <a:off x="-3481182" y="3030986"/>
            <a:ext cx="2118693" cy="2031325"/>
          </a:xfrm>
          <a:prstGeom prst="rect">
            <a:avLst/>
          </a:prstGeom>
          <a:noFill/>
        </p:spPr>
        <p:txBody>
          <a:bodyPr wrap="square" rtlCol="0">
            <a:spAutoFit/>
          </a:bodyPr>
          <a:lstStyle/>
          <a:p>
            <a:pPr>
              <a:lnSpc>
                <a:spcPct val="150000"/>
              </a:lnSpc>
            </a:pPr>
            <a:r>
              <a:rPr lang="it-IT">
                <a:solidFill>
                  <a:srgbClr val="FF0000"/>
                </a:solidFill>
              </a:rPr>
              <a:t>data persistence</a:t>
            </a:r>
          </a:p>
          <a:p>
            <a:pPr>
              <a:lnSpc>
                <a:spcPct val="150000"/>
              </a:lnSpc>
            </a:pPr>
            <a:r>
              <a:rPr lang="it-IT">
                <a:solidFill>
                  <a:srgbClr val="FF0000"/>
                </a:solidFill>
              </a:rPr>
              <a:t>ask queries to db</a:t>
            </a:r>
          </a:p>
          <a:p>
            <a:pPr>
              <a:lnSpc>
                <a:spcPct val="150000"/>
              </a:lnSpc>
            </a:pPr>
            <a:r>
              <a:rPr lang="it-IT">
                <a:solidFill>
                  <a:srgbClr val="FF0000"/>
                </a:solidFill>
              </a:rPr>
              <a:t>retrieve responses</a:t>
            </a:r>
          </a:p>
          <a:p>
            <a:pPr>
              <a:lnSpc>
                <a:spcPct val="150000"/>
              </a:lnSpc>
            </a:pPr>
            <a:r>
              <a:rPr lang="it-IT">
                <a:solidFill>
                  <a:srgbClr val="FF0000"/>
                </a:solidFill>
              </a:rPr>
              <a:t>permit large usage</a:t>
            </a:r>
          </a:p>
          <a:p>
            <a:endParaRPr lang="it-IT"/>
          </a:p>
        </p:txBody>
      </p:sp>
      <p:sp>
        <p:nvSpPr>
          <p:cNvPr id="10" name="TextBox 9">
            <a:extLst>
              <a:ext uri="{FF2B5EF4-FFF2-40B4-BE49-F238E27FC236}">
                <a16:creationId xmlns:a16="http://schemas.microsoft.com/office/drawing/2014/main" id="{D32E89D4-4D3A-3CDC-1B95-159CEF9F502E}"/>
              </a:ext>
            </a:extLst>
          </p:cNvPr>
          <p:cNvSpPr txBox="1"/>
          <p:nvPr/>
        </p:nvSpPr>
        <p:spPr>
          <a:xfrm>
            <a:off x="412498" y="3030986"/>
            <a:ext cx="2118693" cy="2031325"/>
          </a:xfrm>
          <a:prstGeom prst="rect">
            <a:avLst/>
          </a:prstGeom>
          <a:noFill/>
        </p:spPr>
        <p:txBody>
          <a:bodyPr wrap="square" rtlCol="0">
            <a:spAutoFit/>
          </a:bodyPr>
          <a:lstStyle/>
          <a:p>
            <a:pPr>
              <a:lnSpc>
                <a:spcPct val="150000"/>
              </a:lnSpc>
            </a:pPr>
            <a:r>
              <a:rPr lang="it-IT"/>
              <a:t>data storage</a:t>
            </a:r>
          </a:p>
          <a:p>
            <a:pPr>
              <a:lnSpc>
                <a:spcPct val="150000"/>
              </a:lnSpc>
            </a:pPr>
            <a:r>
              <a:rPr lang="it-IT"/>
              <a:t>ask queries to db</a:t>
            </a:r>
          </a:p>
          <a:p>
            <a:pPr>
              <a:lnSpc>
                <a:spcPct val="150000"/>
              </a:lnSpc>
            </a:pPr>
            <a:r>
              <a:rPr lang="it-IT"/>
              <a:t>API</a:t>
            </a:r>
          </a:p>
          <a:p>
            <a:pPr>
              <a:lnSpc>
                <a:spcPct val="150000"/>
              </a:lnSpc>
            </a:pPr>
            <a:r>
              <a:rPr lang="it-IT"/>
              <a:t>export package</a:t>
            </a:r>
          </a:p>
          <a:p>
            <a:endParaRPr lang="it-IT"/>
          </a:p>
        </p:txBody>
      </p:sp>
      <p:sp>
        <p:nvSpPr>
          <p:cNvPr id="12" name="TextBox 11">
            <a:extLst>
              <a:ext uri="{FF2B5EF4-FFF2-40B4-BE49-F238E27FC236}">
                <a16:creationId xmlns:a16="http://schemas.microsoft.com/office/drawing/2014/main" id="{B0D8A40E-2AE7-246D-2381-E89ECD7F8831}"/>
              </a:ext>
            </a:extLst>
          </p:cNvPr>
          <p:cNvSpPr txBox="1"/>
          <p:nvPr/>
        </p:nvSpPr>
        <p:spPr>
          <a:xfrm>
            <a:off x="2979252" y="3030986"/>
            <a:ext cx="2118693" cy="2031325"/>
          </a:xfrm>
          <a:prstGeom prst="rect">
            <a:avLst/>
          </a:prstGeom>
          <a:noFill/>
        </p:spPr>
        <p:txBody>
          <a:bodyPr wrap="square" rtlCol="0">
            <a:spAutoFit/>
          </a:bodyPr>
          <a:lstStyle/>
          <a:p>
            <a:pPr>
              <a:lnSpc>
                <a:spcPct val="150000"/>
              </a:lnSpc>
            </a:pPr>
            <a:r>
              <a:rPr lang="it-IT" i="1">
                <a:solidFill>
                  <a:schemeClr val="tx2">
                    <a:lumMod val="75000"/>
                    <a:lumOff val="25000"/>
                  </a:schemeClr>
                </a:solidFill>
              </a:rPr>
              <a:t>SQLite</a:t>
            </a:r>
          </a:p>
          <a:p>
            <a:pPr>
              <a:lnSpc>
                <a:spcPct val="150000"/>
              </a:lnSpc>
            </a:pPr>
            <a:r>
              <a:rPr lang="it-IT" i="1">
                <a:solidFill>
                  <a:schemeClr val="tx2">
                    <a:lumMod val="75000"/>
                    <a:lumOff val="25000"/>
                  </a:schemeClr>
                </a:solidFill>
              </a:rPr>
              <a:t>Flask App </a:t>
            </a:r>
          </a:p>
          <a:p>
            <a:pPr>
              <a:lnSpc>
                <a:spcPct val="150000"/>
              </a:lnSpc>
            </a:pPr>
            <a:r>
              <a:rPr lang="it-IT" i="1">
                <a:solidFill>
                  <a:schemeClr val="tx2">
                    <a:lumMod val="75000"/>
                    <a:lumOff val="25000"/>
                  </a:schemeClr>
                </a:solidFill>
              </a:rPr>
              <a:t>Python classes</a:t>
            </a:r>
          </a:p>
          <a:p>
            <a:pPr>
              <a:lnSpc>
                <a:spcPct val="150000"/>
              </a:lnSpc>
            </a:pPr>
            <a:r>
              <a:rPr lang="it-IT" i="1">
                <a:solidFill>
                  <a:schemeClr val="tx2">
                    <a:lumMod val="75000"/>
                    <a:lumOff val="25000"/>
                  </a:schemeClr>
                </a:solidFill>
              </a:rPr>
              <a:t>wheel </a:t>
            </a:r>
          </a:p>
          <a:p>
            <a:endParaRPr lang="it-IT">
              <a:solidFill>
                <a:schemeClr val="tx2">
                  <a:lumMod val="75000"/>
                  <a:lumOff val="25000"/>
                </a:schemeClr>
              </a:solidFill>
            </a:endParaRPr>
          </a:p>
        </p:txBody>
      </p:sp>
      <p:cxnSp>
        <p:nvCxnSpPr>
          <p:cNvPr id="16" name="Straight Arrow Connector 15">
            <a:extLst>
              <a:ext uri="{FF2B5EF4-FFF2-40B4-BE49-F238E27FC236}">
                <a16:creationId xmlns:a16="http://schemas.microsoft.com/office/drawing/2014/main" id="{62339BDB-5057-72CD-6F25-D32B9DEAD1EC}"/>
              </a:ext>
            </a:extLst>
          </p:cNvPr>
          <p:cNvCxnSpPr/>
          <p:nvPr/>
        </p:nvCxnSpPr>
        <p:spPr>
          <a:xfrm>
            <a:off x="1888034" y="3319670"/>
            <a:ext cx="10912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E23CC6C-FA90-B2D0-A0BA-4725E84E7E8D}"/>
              </a:ext>
            </a:extLst>
          </p:cNvPr>
          <p:cNvCxnSpPr>
            <a:cxnSpLocks/>
          </p:cNvCxnSpPr>
          <p:nvPr/>
        </p:nvCxnSpPr>
        <p:spPr>
          <a:xfrm>
            <a:off x="2329069" y="3727174"/>
            <a:ext cx="6501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6E9D98C-C351-78EE-07CF-2F2C3947D642}"/>
              </a:ext>
            </a:extLst>
          </p:cNvPr>
          <p:cNvCxnSpPr>
            <a:cxnSpLocks/>
          </p:cNvCxnSpPr>
          <p:nvPr/>
        </p:nvCxnSpPr>
        <p:spPr>
          <a:xfrm>
            <a:off x="1066800" y="4144618"/>
            <a:ext cx="191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30C7507-818B-E694-7DBD-EAD23C52C728}"/>
              </a:ext>
            </a:extLst>
          </p:cNvPr>
          <p:cNvCxnSpPr>
            <a:cxnSpLocks/>
          </p:cNvCxnSpPr>
          <p:nvPr/>
        </p:nvCxnSpPr>
        <p:spPr>
          <a:xfrm>
            <a:off x="2109848" y="4562061"/>
            <a:ext cx="8694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15C42110-743C-1498-17EC-686517F29966}"/>
              </a:ext>
            </a:extLst>
          </p:cNvPr>
          <p:cNvSpPr/>
          <p:nvPr/>
        </p:nvSpPr>
        <p:spPr>
          <a:xfrm>
            <a:off x="87682" y="5113959"/>
            <a:ext cx="5467463" cy="534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4" name="Picture 4">
            <a:extLst>
              <a:ext uri="{FF2B5EF4-FFF2-40B4-BE49-F238E27FC236}">
                <a16:creationId xmlns:a16="http://schemas.microsoft.com/office/drawing/2014/main" id="{A11C4A70-3B19-671B-CCC8-F967C1EF2C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303" y="2285023"/>
            <a:ext cx="3362270" cy="108811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849F9485-48AF-2418-5DFB-C23C861D39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2312" y="97568"/>
            <a:ext cx="3362270" cy="224151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F6CCDB43-B410-2A0F-0DA3-882944B2D7C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425307" y="5131154"/>
            <a:ext cx="4047035" cy="1034242"/>
          </a:xfrm>
          <a:prstGeom prst="rect">
            <a:avLst/>
          </a:prstGeom>
        </p:spPr>
      </p:pic>
      <p:sp>
        <p:nvSpPr>
          <p:cNvPr id="7" name="TextBox 6">
            <a:extLst>
              <a:ext uri="{FF2B5EF4-FFF2-40B4-BE49-F238E27FC236}">
                <a16:creationId xmlns:a16="http://schemas.microsoft.com/office/drawing/2014/main" id="{DE1C2158-8C8A-3D85-0E71-B730F5AE50FB}"/>
              </a:ext>
            </a:extLst>
          </p:cNvPr>
          <p:cNvSpPr txBox="1"/>
          <p:nvPr/>
        </p:nvSpPr>
        <p:spPr>
          <a:xfrm>
            <a:off x="6096001" y="3727174"/>
            <a:ext cx="5683502" cy="523220"/>
          </a:xfrm>
          <a:prstGeom prst="rect">
            <a:avLst/>
          </a:prstGeom>
          <a:noFill/>
        </p:spPr>
        <p:txBody>
          <a:bodyPr wrap="square" rtlCol="0">
            <a:spAutoFit/>
          </a:bodyPr>
          <a:lstStyle/>
          <a:p>
            <a:r>
              <a:rPr lang="en-GB" sz="2800" b="1">
                <a:solidFill>
                  <a:schemeClr val="accent1"/>
                </a:solidFill>
              </a:rPr>
              <a:t>Backend</a:t>
            </a:r>
            <a:endParaRPr lang="it-IT" sz="2800" b="1">
              <a:solidFill>
                <a:schemeClr val="accent1"/>
              </a:solidFill>
            </a:endParaRPr>
          </a:p>
        </p:txBody>
      </p:sp>
      <p:sp>
        <p:nvSpPr>
          <p:cNvPr id="20" name="TextBox 19">
            <a:extLst>
              <a:ext uri="{FF2B5EF4-FFF2-40B4-BE49-F238E27FC236}">
                <a16:creationId xmlns:a16="http://schemas.microsoft.com/office/drawing/2014/main" id="{0FB0BD24-1916-4718-98A4-A65EF093FC8A}"/>
              </a:ext>
            </a:extLst>
          </p:cNvPr>
          <p:cNvSpPr txBox="1"/>
          <p:nvPr/>
        </p:nvSpPr>
        <p:spPr>
          <a:xfrm>
            <a:off x="6096001" y="4481153"/>
            <a:ext cx="5683502" cy="523220"/>
          </a:xfrm>
          <a:prstGeom prst="rect">
            <a:avLst/>
          </a:prstGeom>
          <a:noFill/>
        </p:spPr>
        <p:txBody>
          <a:bodyPr wrap="square" rtlCol="0">
            <a:spAutoFit/>
          </a:bodyPr>
          <a:lstStyle/>
          <a:p>
            <a:r>
              <a:rPr lang="en-GB" sz="2800" b="1">
                <a:solidFill>
                  <a:schemeClr val="accent1"/>
                </a:solidFill>
              </a:rPr>
              <a:t>Client</a:t>
            </a:r>
            <a:endParaRPr lang="it-IT" sz="2800" b="1">
              <a:solidFill>
                <a:schemeClr val="accent1"/>
              </a:solidFill>
            </a:endParaRPr>
          </a:p>
        </p:txBody>
      </p:sp>
      <p:sp>
        <p:nvSpPr>
          <p:cNvPr id="25" name="TextBox 24">
            <a:extLst>
              <a:ext uri="{FF2B5EF4-FFF2-40B4-BE49-F238E27FC236}">
                <a16:creationId xmlns:a16="http://schemas.microsoft.com/office/drawing/2014/main" id="{2F999330-D938-24DB-7B69-48EF9FA8FFE5}"/>
              </a:ext>
            </a:extLst>
          </p:cNvPr>
          <p:cNvSpPr txBox="1"/>
          <p:nvPr/>
        </p:nvSpPr>
        <p:spPr>
          <a:xfrm>
            <a:off x="7879847" y="7165957"/>
            <a:ext cx="3272134" cy="2545377"/>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it-IT"/>
              <a:t>modular design</a:t>
            </a:r>
          </a:p>
          <a:p>
            <a:pPr marL="285750" indent="-285750">
              <a:lnSpc>
                <a:spcPct val="150000"/>
              </a:lnSpc>
              <a:buFont typeface="Arial" panose="020B0604020202020204" pitchFamily="34" charset="0"/>
              <a:buChar char="•"/>
            </a:pPr>
            <a:r>
              <a:rPr lang="it-IT"/>
              <a:t>Object oriented </a:t>
            </a:r>
          </a:p>
          <a:p>
            <a:pPr marL="285750" indent="-285750">
              <a:lnSpc>
                <a:spcPct val="150000"/>
              </a:lnSpc>
              <a:buFont typeface="Arial" panose="020B0604020202020204" pitchFamily="34" charset="0"/>
              <a:buChar char="•"/>
            </a:pPr>
            <a:r>
              <a:rPr lang="en-GB"/>
              <a:t>reusable</a:t>
            </a:r>
          </a:p>
          <a:p>
            <a:pPr>
              <a:lnSpc>
                <a:spcPct val="150000"/>
              </a:lnSpc>
            </a:pPr>
            <a:r>
              <a:rPr lang="it-IT"/>
              <a:t>for </a:t>
            </a:r>
            <a:r>
              <a:rPr lang="it-IT" b="1"/>
              <a:t>wheel</a:t>
            </a:r>
          </a:p>
          <a:p>
            <a:pPr marL="285750" indent="-285750">
              <a:lnSpc>
                <a:spcPct val="150000"/>
              </a:lnSpc>
              <a:buFont typeface="Arial" panose="020B0604020202020204" pitchFamily="34" charset="0"/>
              <a:buChar char="•"/>
            </a:pPr>
            <a:r>
              <a:rPr lang="it-IT" b="1"/>
              <a:t>versioned</a:t>
            </a:r>
          </a:p>
          <a:p>
            <a:pPr marL="285750" indent="-285750">
              <a:lnSpc>
                <a:spcPct val="150000"/>
              </a:lnSpc>
              <a:buFont typeface="Arial" panose="020B0604020202020204" pitchFamily="34" charset="0"/>
              <a:buChar char="•"/>
            </a:pPr>
            <a:r>
              <a:rPr lang="it-IT" b="1"/>
              <a:t>easy to distribute</a:t>
            </a:r>
            <a:endParaRPr lang="en-GB"/>
          </a:p>
        </p:txBody>
      </p:sp>
      <p:pic>
        <p:nvPicPr>
          <p:cNvPr id="30" name="Picture 29">
            <a:extLst>
              <a:ext uri="{FF2B5EF4-FFF2-40B4-BE49-F238E27FC236}">
                <a16:creationId xmlns:a16="http://schemas.microsoft.com/office/drawing/2014/main" id="{5114E91E-1831-50DB-D4AD-C9C135652E9C}"/>
              </a:ext>
            </a:extLst>
          </p:cNvPr>
          <p:cNvPicPr>
            <a:picLocks noChangeAspect="1"/>
          </p:cNvPicPr>
          <p:nvPr/>
        </p:nvPicPr>
        <p:blipFill>
          <a:blip r:embed="rId6"/>
          <a:stretch>
            <a:fillRect/>
          </a:stretch>
        </p:blipFill>
        <p:spPr>
          <a:xfrm>
            <a:off x="415560" y="7255626"/>
            <a:ext cx="5469089" cy="2854636"/>
          </a:xfrm>
          <a:prstGeom prst="rect">
            <a:avLst/>
          </a:prstGeom>
          <a:ln>
            <a:solidFill>
              <a:schemeClr val="bg2">
                <a:lumMod val="90000"/>
              </a:schemeClr>
            </a:solidFill>
          </a:ln>
        </p:spPr>
      </p:pic>
      <p:pic>
        <p:nvPicPr>
          <p:cNvPr id="31" name="Picture 30">
            <a:extLst>
              <a:ext uri="{FF2B5EF4-FFF2-40B4-BE49-F238E27FC236}">
                <a16:creationId xmlns:a16="http://schemas.microsoft.com/office/drawing/2014/main" id="{6CE961EB-94B8-C380-A095-FACAB1778E41}"/>
              </a:ext>
            </a:extLst>
          </p:cNvPr>
          <p:cNvPicPr>
            <a:picLocks noChangeAspect="1"/>
          </p:cNvPicPr>
          <p:nvPr/>
        </p:nvPicPr>
        <p:blipFill>
          <a:blip r:embed="rId7"/>
          <a:stretch>
            <a:fillRect/>
          </a:stretch>
        </p:blipFill>
        <p:spPr>
          <a:xfrm>
            <a:off x="367633" y="10435600"/>
            <a:ext cx="4963781" cy="2266074"/>
          </a:xfrm>
          <a:prstGeom prst="rect">
            <a:avLst/>
          </a:prstGeom>
          <a:ln>
            <a:solidFill>
              <a:schemeClr val="bg2">
                <a:lumMod val="90000"/>
              </a:schemeClr>
            </a:solidFill>
          </a:ln>
        </p:spPr>
      </p:pic>
    </p:spTree>
    <p:extLst>
      <p:ext uri="{BB962C8B-B14F-4D97-AF65-F5344CB8AC3E}">
        <p14:creationId xmlns:p14="http://schemas.microsoft.com/office/powerpoint/2010/main" val="2176143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CEEB62-3105-410C-5462-82976F558F96}"/>
            </a:ext>
          </a:extLst>
        </p:cNvPr>
        <p:cNvGrpSpPr/>
        <p:nvPr/>
      </p:nvGrpSpPr>
      <p:grpSpPr>
        <a:xfrm>
          <a:off x="0" y="0"/>
          <a:ext cx="0" cy="0"/>
          <a:chOff x="0" y="0"/>
          <a:chExt cx="0" cy="0"/>
        </a:xfrm>
      </p:grpSpPr>
      <p:pic>
        <p:nvPicPr>
          <p:cNvPr id="4" name="Graphic 3" descr="Cloud Computing outline">
            <a:extLst>
              <a:ext uri="{FF2B5EF4-FFF2-40B4-BE49-F238E27FC236}">
                <a16:creationId xmlns:a16="http://schemas.microsoft.com/office/drawing/2014/main" id="{9FF1E549-1DDB-1014-B16B-AD955777CF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3647659" y="-460929"/>
            <a:ext cx="7915275" cy="7915275"/>
          </a:xfrm>
          <a:prstGeom prst="rect">
            <a:avLst/>
          </a:prstGeom>
        </p:spPr>
      </p:pic>
      <p:sp>
        <p:nvSpPr>
          <p:cNvPr id="2" name="TextBox 1">
            <a:extLst>
              <a:ext uri="{FF2B5EF4-FFF2-40B4-BE49-F238E27FC236}">
                <a16:creationId xmlns:a16="http://schemas.microsoft.com/office/drawing/2014/main" id="{FF14A347-0F16-4336-5304-3F160618AC05}"/>
              </a:ext>
            </a:extLst>
          </p:cNvPr>
          <p:cNvSpPr txBox="1"/>
          <p:nvPr/>
        </p:nvSpPr>
        <p:spPr>
          <a:xfrm>
            <a:off x="1542654" y="2568130"/>
            <a:ext cx="8368315" cy="769441"/>
          </a:xfrm>
          <a:prstGeom prst="rect">
            <a:avLst/>
          </a:prstGeom>
          <a:noFill/>
        </p:spPr>
        <p:txBody>
          <a:bodyPr wrap="square" rtlCol="0">
            <a:spAutoFit/>
          </a:bodyPr>
          <a:lstStyle/>
          <a:p>
            <a:pPr algn="ctr"/>
            <a:r>
              <a:rPr lang="en-GB" sz="4400" b="1">
                <a:solidFill>
                  <a:schemeClr val="accent1"/>
                </a:solidFill>
              </a:rPr>
              <a:t>Web Service – Task Manager</a:t>
            </a:r>
            <a:endParaRPr lang="it-IT" sz="4400" b="1">
              <a:solidFill>
                <a:schemeClr val="accent1"/>
              </a:solidFill>
            </a:endParaRPr>
          </a:p>
        </p:txBody>
      </p:sp>
      <p:sp>
        <p:nvSpPr>
          <p:cNvPr id="10" name="TextBox 9">
            <a:extLst>
              <a:ext uri="{FF2B5EF4-FFF2-40B4-BE49-F238E27FC236}">
                <a16:creationId xmlns:a16="http://schemas.microsoft.com/office/drawing/2014/main" id="{7B6AE054-3CDB-B7AC-279A-288962B5C955}"/>
              </a:ext>
            </a:extLst>
          </p:cNvPr>
          <p:cNvSpPr txBox="1"/>
          <p:nvPr/>
        </p:nvSpPr>
        <p:spPr>
          <a:xfrm>
            <a:off x="2138887" y="3512728"/>
            <a:ext cx="2768557" cy="646331"/>
          </a:xfrm>
          <a:prstGeom prst="rect">
            <a:avLst/>
          </a:prstGeom>
          <a:noFill/>
        </p:spPr>
        <p:txBody>
          <a:bodyPr wrap="square" rtlCol="0">
            <a:spAutoFit/>
          </a:bodyPr>
          <a:lstStyle/>
          <a:p>
            <a:r>
              <a:rPr lang="en-GB">
                <a:solidFill>
                  <a:schemeClr val="accent1">
                    <a:lumMod val="60000"/>
                    <a:lumOff val="40000"/>
                  </a:schemeClr>
                </a:solidFill>
              </a:rPr>
              <a:t>Bernacchia Alessia</a:t>
            </a:r>
          </a:p>
          <a:p>
            <a:r>
              <a:rPr lang="en-GB">
                <a:solidFill>
                  <a:schemeClr val="accent1">
                    <a:lumMod val="60000"/>
                    <a:lumOff val="40000"/>
                  </a:schemeClr>
                </a:solidFill>
              </a:rPr>
              <a:t>Sergio Fernandez Diz</a:t>
            </a:r>
            <a:endParaRPr lang="it-IT">
              <a:solidFill>
                <a:schemeClr val="accent1">
                  <a:lumMod val="60000"/>
                  <a:lumOff val="40000"/>
                </a:schemeClr>
              </a:solidFill>
            </a:endParaRPr>
          </a:p>
        </p:txBody>
      </p:sp>
      <p:sp>
        <p:nvSpPr>
          <p:cNvPr id="12" name="Rectangle 11">
            <a:extLst>
              <a:ext uri="{FF2B5EF4-FFF2-40B4-BE49-F238E27FC236}">
                <a16:creationId xmlns:a16="http://schemas.microsoft.com/office/drawing/2014/main" id="{0507F54D-8079-318B-AE5A-4017E0BC9B60}"/>
              </a:ext>
            </a:extLst>
          </p:cNvPr>
          <p:cNvSpPr/>
          <p:nvPr/>
        </p:nvSpPr>
        <p:spPr>
          <a:xfrm>
            <a:off x="7543799" y="3667538"/>
            <a:ext cx="2932611" cy="1867323"/>
          </a:xfrm>
          <a:prstGeom prst="rect">
            <a:avLst/>
          </a:prstGeom>
          <a:noFill/>
          <a:ln w="1143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Date Placeholder 2">
            <a:extLst>
              <a:ext uri="{FF2B5EF4-FFF2-40B4-BE49-F238E27FC236}">
                <a16:creationId xmlns:a16="http://schemas.microsoft.com/office/drawing/2014/main" id="{35FC5AAD-964C-AE94-BA35-F2018E076552}"/>
              </a:ext>
            </a:extLst>
          </p:cNvPr>
          <p:cNvSpPr>
            <a:spLocks noGrp="1"/>
          </p:cNvSpPr>
          <p:nvPr>
            <p:ph type="dt" sz="half" idx="10"/>
          </p:nvPr>
        </p:nvSpPr>
        <p:spPr/>
        <p:txBody>
          <a:bodyPr/>
          <a:lstStyle/>
          <a:p>
            <a:fld id="{82C8F60B-8AE4-4199-8268-0E86E839451E}" type="datetime1">
              <a:rPr lang="it-CH" smtClean="0"/>
              <a:t>05.06.2025</a:t>
            </a:fld>
            <a:endParaRPr lang="it-CH"/>
          </a:p>
        </p:txBody>
      </p:sp>
      <p:sp>
        <p:nvSpPr>
          <p:cNvPr id="7" name="Footer Placeholder 6">
            <a:extLst>
              <a:ext uri="{FF2B5EF4-FFF2-40B4-BE49-F238E27FC236}">
                <a16:creationId xmlns:a16="http://schemas.microsoft.com/office/drawing/2014/main" id="{AB7AC01F-97E9-84DB-C70C-212D2EE5A2A6}"/>
              </a:ext>
            </a:extLst>
          </p:cNvPr>
          <p:cNvSpPr>
            <a:spLocks noGrp="1"/>
          </p:cNvSpPr>
          <p:nvPr>
            <p:ph type="ftr" sz="quarter" idx="11"/>
          </p:nvPr>
        </p:nvSpPr>
        <p:spPr/>
        <p:txBody>
          <a:bodyPr/>
          <a:lstStyle/>
          <a:p>
            <a:r>
              <a:rPr lang="it-CH"/>
              <a:t>Group 06 - task manager</a:t>
            </a:r>
          </a:p>
        </p:txBody>
      </p:sp>
      <p:sp>
        <p:nvSpPr>
          <p:cNvPr id="9" name="Slide Number Placeholder 8">
            <a:extLst>
              <a:ext uri="{FF2B5EF4-FFF2-40B4-BE49-F238E27FC236}">
                <a16:creationId xmlns:a16="http://schemas.microsoft.com/office/drawing/2014/main" id="{533ECA7B-7D03-8D3B-A1A3-1EAE3786D27C}"/>
              </a:ext>
            </a:extLst>
          </p:cNvPr>
          <p:cNvSpPr>
            <a:spLocks noGrp="1"/>
          </p:cNvSpPr>
          <p:nvPr>
            <p:ph type="sldNum" sz="quarter" idx="12"/>
          </p:nvPr>
        </p:nvSpPr>
        <p:spPr/>
        <p:txBody>
          <a:bodyPr/>
          <a:lstStyle/>
          <a:p>
            <a:fld id="{09B84523-820D-4965-B47E-17F917200B06}" type="slidenum">
              <a:rPr lang="it-CH" smtClean="0"/>
              <a:t>12</a:t>
            </a:fld>
            <a:endParaRPr lang="it-CH"/>
          </a:p>
        </p:txBody>
      </p:sp>
    </p:spTree>
    <p:extLst>
      <p:ext uri="{BB962C8B-B14F-4D97-AF65-F5344CB8AC3E}">
        <p14:creationId xmlns:p14="http://schemas.microsoft.com/office/powerpoint/2010/main" val="1369515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E02D5DC-16EB-FD55-3ED1-DA6E24D37BFD}"/>
              </a:ext>
            </a:extLst>
          </p:cNvPr>
          <p:cNvSpPr>
            <a:spLocks noGrp="1"/>
          </p:cNvSpPr>
          <p:nvPr>
            <p:ph type="title"/>
          </p:nvPr>
        </p:nvSpPr>
        <p:spPr>
          <a:xfrm>
            <a:off x="586478" y="1683756"/>
            <a:ext cx="3115265" cy="2396359"/>
          </a:xfrm>
        </p:spPr>
        <p:txBody>
          <a:bodyPr anchor="b">
            <a:normAutofit/>
          </a:bodyPr>
          <a:lstStyle/>
          <a:p>
            <a:pPr algn="r"/>
            <a:r>
              <a:rPr lang="it-CH" sz="4000">
                <a:solidFill>
                  <a:srgbClr val="FFFFFF"/>
                </a:solidFill>
              </a:rPr>
              <a:t>Introduction</a:t>
            </a:r>
          </a:p>
        </p:txBody>
      </p:sp>
      <p:graphicFrame>
        <p:nvGraphicFramePr>
          <p:cNvPr id="5" name="Segnaposto contenuto 2">
            <a:extLst>
              <a:ext uri="{FF2B5EF4-FFF2-40B4-BE49-F238E27FC236}">
                <a16:creationId xmlns:a16="http://schemas.microsoft.com/office/drawing/2014/main" id="{7D4A7C41-683D-7AFA-4780-14CB4EB71413}"/>
              </a:ext>
            </a:extLst>
          </p:cNvPr>
          <p:cNvGraphicFramePr>
            <a:graphicFrameLocks noGrp="1"/>
          </p:cNvGraphicFramePr>
          <p:nvPr>
            <p:ph idx="1"/>
            <p:extLst>
              <p:ext uri="{D42A27DB-BD31-4B8C-83A1-F6EECF244321}">
                <p14:modId xmlns:p14="http://schemas.microsoft.com/office/powerpoint/2010/main" val="273603403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AF24BADC-AB90-DDE3-F4D4-13172CB51C05}"/>
              </a:ext>
            </a:extLst>
          </p:cNvPr>
          <p:cNvSpPr>
            <a:spLocks noGrp="1"/>
          </p:cNvSpPr>
          <p:nvPr>
            <p:ph type="dt" sz="half" idx="10"/>
          </p:nvPr>
        </p:nvSpPr>
        <p:spPr/>
        <p:txBody>
          <a:bodyPr/>
          <a:lstStyle/>
          <a:p>
            <a:fld id="{CBE1552A-9B50-4370-85E4-BE690D607282}" type="datetime1">
              <a:rPr lang="it-CH" smtClean="0"/>
              <a:t>05.06.2025</a:t>
            </a:fld>
            <a:endParaRPr lang="it-CH"/>
          </a:p>
        </p:txBody>
      </p:sp>
      <p:sp>
        <p:nvSpPr>
          <p:cNvPr id="4" name="Footer Placeholder 3">
            <a:extLst>
              <a:ext uri="{FF2B5EF4-FFF2-40B4-BE49-F238E27FC236}">
                <a16:creationId xmlns:a16="http://schemas.microsoft.com/office/drawing/2014/main" id="{CD700111-3325-30B5-1DE4-282D6291DBE8}"/>
              </a:ext>
            </a:extLst>
          </p:cNvPr>
          <p:cNvSpPr>
            <a:spLocks noGrp="1"/>
          </p:cNvSpPr>
          <p:nvPr>
            <p:ph type="ftr" sz="quarter" idx="11"/>
          </p:nvPr>
        </p:nvSpPr>
        <p:spPr/>
        <p:txBody>
          <a:bodyPr/>
          <a:lstStyle/>
          <a:p>
            <a:r>
              <a:rPr lang="it-CH"/>
              <a:t>Group 06 - task manager</a:t>
            </a:r>
          </a:p>
        </p:txBody>
      </p:sp>
      <p:sp>
        <p:nvSpPr>
          <p:cNvPr id="6" name="Slide Number Placeholder 5">
            <a:extLst>
              <a:ext uri="{FF2B5EF4-FFF2-40B4-BE49-F238E27FC236}">
                <a16:creationId xmlns:a16="http://schemas.microsoft.com/office/drawing/2014/main" id="{9F2E6DE0-60EB-C600-617F-5F35B15ED123}"/>
              </a:ext>
            </a:extLst>
          </p:cNvPr>
          <p:cNvSpPr>
            <a:spLocks noGrp="1"/>
          </p:cNvSpPr>
          <p:nvPr>
            <p:ph type="sldNum" sz="quarter" idx="12"/>
          </p:nvPr>
        </p:nvSpPr>
        <p:spPr/>
        <p:txBody>
          <a:bodyPr/>
          <a:lstStyle/>
          <a:p>
            <a:fld id="{09B84523-820D-4965-B47E-17F917200B06}" type="slidenum">
              <a:rPr lang="it-CH" smtClean="0"/>
              <a:t>13</a:t>
            </a:fld>
            <a:endParaRPr lang="it-CH"/>
          </a:p>
        </p:txBody>
      </p:sp>
    </p:spTree>
    <p:extLst>
      <p:ext uri="{BB962C8B-B14F-4D97-AF65-F5344CB8AC3E}">
        <p14:creationId xmlns:p14="http://schemas.microsoft.com/office/powerpoint/2010/main" val="3656732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E273C4C-784A-8E56-84C2-C88C81E5C93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475FD1C-2ED7-DE01-5698-8931CF075E96}"/>
              </a:ext>
            </a:extLst>
          </p:cNvPr>
          <p:cNvSpPr>
            <a:spLocks noGrp="1"/>
          </p:cNvSpPr>
          <p:nvPr>
            <p:ph type="title"/>
          </p:nvPr>
        </p:nvSpPr>
        <p:spPr>
          <a:xfrm>
            <a:off x="586478" y="1683756"/>
            <a:ext cx="3115265" cy="2396359"/>
          </a:xfrm>
        </p:spPr>
        <p:txBody>
          <a:bodyPr anchor="b">
            <a:normAutofit/>
          </a:bodyPr>
          <a:lstStyle/>
          <a:p>
            <a:pPr algn="r"/>
            <a:r>
              <a:rPr lang="it-CH" sz="4000">
                <a:solidFill>
                  <a:srgbClr val="FFFFFF"/>
                </a:solidFill>
              </a:rPr>
              <a:t>Approach to the problem</a:t>
            </a:r>
          </a:p>
        </p:txBody>
      </p:sp>
      <p:graphicFrame>
        <p:nvGraphicFramePr>
          <p:cNvPr id="5" name="Segnaposto contenuto 2">
            <a:extLst>
              <a:ext uri="{FF2B5EF4-FFF2-40B4-BE49-F238E27FC236}">
                <a16:creationId xmlns:a16="http://schemas.microsoft.com/office/drawing/2014/main" id="{48696227-A0DB-5E1A-CD64-3E8B01A3DB20}"/>
              </a:ext>
            </a:extLst>
          </p:cNvPr>
          <p:cNvGraphicFramePr>
            <a:graphicFrameLocks noGrp="1"/>
          </p:cNvGraphicFramePr>
          <p:nvPr>
            <p:ph idx="1"/>
            <p:extLst>
              <p:ext uri="{D42A27DB-BD31-4B8C-83A1-F6EECF244321}">
                <p14:modId xmlns:p14="http://schemas.microsoft.com/office/powerpoint/2010/main" val="175598744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F1AFC05B-1549-1003-9BB9-4D6838A21BD4}"/>
              </a:ext>
            </a:extLst>
          </p:cNvPr>
          <p:cNvSpPr>
            <a:spLocks noGrp="1"/>
          </p:cNvSpPr>
          <p:nvPr>
            <p:ph type="dt" sz="half" idx="10"/>
          </p:nvPr>
        </p:nvSpPr>
        <p:spPr/>
        <p:txBody>
          <a:bodyPr/>
          <a:lstStyle/>
          <a:p>
            <a:fld id="{F65CD501-4454-4D6A-99DA-99B513236859}" type="datetime1">
              <a:rPr lang="it-CH" smtClean="0"/>
              <a:t>05.06.2025</a:t>
            </a:fld>
            <a:endParaRPr lang="it-CH"/>
          </a:p>
        </p:txBody>
      </p:sp>
      <p:sp>
        <p:nvSpPr>
          <p:cNvPr id="4" name="Footer Placeholder 3">
            <a:extLst>
              <a:ext uri="{FF2B5EF4-FFF2-40B4-BE49-F238E27FC236}">
                <a16:creationId xmlns:a16="http://schemas.microsoft.com/office/drawing/2014/main" id="{ABC90C95-C1C4-B0F6-C067-3C5AEA296C13}"/>
              </a:ext>
            </a:extLst>
          </p:cNvPr>
          <p:cNvSpPr>
            <a:spLocks noGrp="1"/>
          </p:cNvSpPr>
          <p:nvPr>
            <p:ph type="ftr" sz="quarter" idx="11"/>
          </p:nvPr>
        </p:nvSpPr>
        <p:spPr/>
        <p:txBody>
          <a:bodyPr/>
          <a:lstStyle/>
          <a:p>
            <a:r>
              <a:rPr lang="it-CH"/>
              <a:t>Group 06 - task manager</a:t>
            </a:r>
          </a:p>
        </p:txBody>
      </p:sp>
      <p:sp>
        <p:nvSpPr>
          <p:cNvPr id="6" name="Slide Number Placeholder 5">
            <a:extLst>
              <a:ext uri="{FF2B5EF4-FFF2-40B4-BE49-F238E27FC236}">
                <a16:creationId xmlns:a16="http://schemas.microsoft.com/office/drawing/2014/main" id="{2E64751B-F24D-07F8-DF2C-F181F3AF1EB9}"/>
              </a:ext>
            </a:extLst>
          </p:cNvPr>
          <p:cNvSpPr>
            <a:spLocks noGrp="1"/>
          </p:cNvSpPr>
          <p:nvPr>
            <p:ph type="sldNum" sz="quarter" idx="12"/>
          </p:nvPr>
        </p:nvSpPr>
        <p:spPr/>
        <p:txBody>
          <a:bodyPr/>
          <a:lstStyle/>
          <a:p>
            <a:fld id="{09B84523-820D-4965-B47E-17F917200B06}" type="slidenum">
              <a:rPr lang="it-CH" smtClean="0"/>
              <a:t>14</a:t>
            </a:fld>
            <a:endParaRPr lang="it-CH"/>
          </a:p>
        </p:txBody>
      </p:sp>
    </p:spTree>
    <p:extLst>
      <p:ext uri="{BB962C8B-B14F-4D97-AF65-F5344CB8AC3E}">
        <p14:creationId xmlns:p14="http://schemas.microsoft.com/office/powerpoint/2010/main" val="3118951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D41ACBF0-A030-D9CA-6650-E5C86B0837D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CD11B48-31E5-352D-924D-E0897FFFB508}"/>
              </a:ext>
            </a:extLst>
          </p:cNvPr>
          <p:cNvSpPr>
            <a:spLocks noGrp="1"/>
          </p:cNvSpPr>
          <p:nvPr>
            <p:ph type="title"/>
          </p:nvPr>
        </p:nvSpPr>
        <p:spPr>
          <a:xfrm>
            <a:off x="6094105" y="802955"/>
            <a:ext cx="4977976" cy="1454051"/>
          </a:xfrm>
        </p:spPr>
        <p:txBody>
          <a:bodyPr>
            <a:normAutofit/>
          </a:bodyPr>
          <a:lstStyle/>
          <a:p>
            <a:r>
              <a:rPr lang="it-CH" sz="3600">
                <a:solidFill>
                  <a:schemeClr val="tx2"/>
                </a:solidFill>
              </a:rPr>
              <a:t>Data Storage</a:t>
            </a:r>
          </a:p>
        </p:txBody>
      </p:sp>
      <p:pic>
        <p:nvPicPr>
          <p:cNvPr id="7" name="Graphic 6" descr="Database">
            <a:extLst>
              <a:ext uri="{FF2B5EF4-FFF2-40B4-BE49-F238E27FC236}">
                <a16:creationId xmlns:a16="http://schemas.microsoft.com/office/drawing/2014/main" id="{C4F5ADF5-8850-9FDC-BE01-AE92799461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Segnaposto contenuto 2">
            <a:extLst>
              <a:ext uri="{FF2B5EF4-FFF2-40B4-BE49-F238E27FC236}">
                <a16:creationId xmlns:a16="http://schemas.microsoft.com/office/drawing/2014/main" id="{B822D74D-F9E6-6BE5-2FBC-EC45A2F6E06B}"/>
              </a:ext>
            </a:extLst>
          </p:cNvPr>
          <p:cNvSpPr>
            <a:spLocks noGrp="1"/>
          </p:cNvSpPr>
          <p:nvPr>
            <p:ph idx="1"/>
          </p:nvPr>
        </p:nvSpPr>
        <p:spPr>
          <a:xfrm>
            <a:off x="6090574" y="2421682"/>
            <a:ext cx="4977578" cy="3639289"/>
          </a:xfrm>
        </p:spPr>
        <p:txBody>
          <a:bodyPr anchor="ctr">
            <a:normAutofit/>
          </a:bodyPr>
          <a:lstStyle/>
          <a:p>
            <a:r>
              <a:rPr lang="it-CH" sz="1800">
                <a:solidFill>
                  <a:schemeClr val="tx2"/>
                </a:solidFill>
              </a:rPr>
              <a:t>Perché SQLite -&gt; abbiamo relazioni tra classi quindi SQL o SQLite decidiamo SQLite perché è più veloce e apposta per database non troppo grandi </a:t>
            </a:r>
          </a:p>
          <a:p>
            <a:endParaRPr lang="it-CH" sz="1800">
              <a:solidFill>
                <a:schemeClr val="tx2"/>
              </a:solidFill>
            </a:endParaRPr>
          </a:p>
          <a:p>
            <a:r>
              <a:rPr lang="it-CH" sz="1800">
                <a:solidFill>
                  <a:schemeClr val="tx2"/>
                </a:solidFill>
              </a:rPr>
              <a:t>Spiegare Flask aplication </a:t>
            </a:r>
          </a:p>
          <a:p>
            <a:r>
              <a:rPr lang="it-CH" sz="1800">
                <a:solidFill>
                  <a:schemeClr val="tx2"/>
                </a:solidFill>
              </a:rPr>
              <a:t>Far vedere ER diagram</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Date Placeholder 3">
            <a:extLst>
              <a:ext uri="{FF2B5EF4-FFF2-40B4-BE49-F238E27FC236}">
                <a16:creationId xmlns:a16="http://schemas.microsoft.com/office/drawing/2014/main" id="{8799C865-C987-389B-74C8-BF3A11862C6F}"/>
              </a:ext>
            </a:extLst>
          </p:cNvPr>
          <p:cNvSpPr>
            <a:spLocks noGrp="1"/>
          </p:cNvSpPr>
          <p:nvPr>
            <p:ph type="dt" sz="half" idx="10"/>
          </p:nvPr>
        </p:nvSpPr>
        <p:spPr/>
        <p:txBody>
          <a:bodyPr/>
          <a:lstStyle/>
          <a:p>
            <a:fld id="{79C839B3-96E4-472A-B77D-3513071C9CDB}" type="datetime1">
              <a:rPr lang="it-CH" smtClean="0"/>
              <a:t>05.06.2025</a:t>
            </a:fld>
            <a:endParaRPr lang="it-CH"/>
          </a:p>
        </p:txBody>
      </p:sp>
      <p:sp>
        <p:nvSpPr>
          <p:cNvPr id="5" name="Footer Placeholder 4">
            <a:extLst>
              <a:ext uri="{FF2B5EF4-FFF2-40B4-BE49-F238E27FC236}">
                <a16:creationId xmlns:a16="http://schemas.microsoft.com/office/drawing/2014/main" id="{044F6CF2-A346-8578-A1BD-8239FEE1EE3D}"/>
              </a:ext>
            </a:extLst>
          </p:cNvPr>
          <p:cNvSpPr>
            <a:spLocks noGrp="1"/>
          </p:cNvSpPr>
          <p:nvPr>
            <p:ph type="ftr" sz="quarter" idx="11"/>
          </p:nvPr>
        </p:nvSpPr>
        <p:spPr/>
        <p:txBody>
          <a:bodyPr/>
          <a:lstStyle/>
          <a:p>
            <a:r>
              <a:rPr lang="it-CH"/>
              <a:t>Group 06 - task manager</a:t>
            </a:r>
          </a:p>
        </p:txBody>
      </p:sp>
      <p:sp>
        <p:nvSpPr>
          <p:cNvPr id="6" name="Slide Number Placeholder 5">
            <a:extLst>
              <a:ext uri="{FF2B5EF4-FFF2-40B4-BE49-F238E27FC236}">
                <a16:creationId xmlns:a16="http://schemas.microsoft.com/office/drawing/2014/main" id="{6B7BC44F-C2CD-528F-D76F-18A2593D44F2}"/>
              </a:ext>
            </a:extLst>
          </p:cNvPr>
          <p:cNvSpPr>
            <a:spLocks noGrp="1"/>
          </p:cNvSpPr>
          <p:nvPr>
            <p:ph type="sldNum" sz="quarter" idx="12"/>
          </p:nvPr>
        </p:nvSpPr>
        <p:spPr/>
        <p:txBody>
          <a:bodyPr/>
          <a:lstStyle/>
          <a:p>
            <a:fld id="{09B84523-820D-4965-B47E-17F917200B06}" type="slidenum">
              <a:rPr lang="it-CH" smtClean="0"/>
              <a:t>15</a:t>
            </a:fld>
            <a:endParaRPr lang="it-CH"/>
          </a:p>
        </p:txBody>
      </p:sp>
    </p:spTree>
    <p:extLst>
      <p:ext uri="{BB962C8B-B14F-4D97-AF65-F5344CB8AC3E}">
        <p14:creationId xmlns:p14="http://schemas.microsoft.com/office/powerpoint/2010/main" val="3057909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873AA7EE-4EFE-259C-E06D-8880DF6069B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olo 1">
            <a:extLst>
              <a:ext uri="{FF2B5EF4-FFF2-40B4-BE49-F238E27FC236}">
                <a16:creationId xmlns:a16="http://schemas.microsoft.com/office/drawing/2014/main" id="{54A64E98-9B52-9482-8BCD-02C10575FFF2}"/>
              </a:ext>
            </a:extLst>
          </p:cNvPr>
          <p:cNvSpPr>
            <a:spLocks noGrp="1"/>
          </p:cNvSpPr>
          <p:nvPr>
            <p:ph type="title"/>
          </p:nvPr>
        </p:nvSpPr>
        <p:spPr>
          <a:xfrm>
            <a:off x="640080" y="1243013"/>
            <a:ext cx="3855720" cy="4371974"/>
          </a:xfrm>
        </p:spPr>
        <p:txBody>
          <a:bodyPr>
            <a:normAutofit/>
          </a:bodyPr>
          <a:lstStyle/>
          <a:p>
            <a:r>
              <a:rPr lang="it-CH" sz="3600">
                <a:solidFill>
                  <a:schemeClr val="tx2"/>
                </a:solidFill>
              </a:rPr>
              <a:t>Backend </a:t>
            </a:r>
          </a:p>
        </p:txBody>
      </p:sp>
      <p:sp>
        <p:nvSpPr>
          <p:cNvPr id="3" name="Segnaposto contenuto 2">
            <a:extLst>
              <a:ext uri="{FF2B5EF4-FFF2-40B4-BE49-F238E27FC236}">
                <a16:creationId xmlns:a16="http://schemas.microsoft.com/office/drawing/2014/main" id="{EB642A36-7574-445E-8FBE-A26A93FDAA83}"/>
              </a:ext>
            </a:extLst>
          </p:cNvPr>
          <p:cNvSpPr>
            <a:spLocks noGrp="1"/>
          </p:cNvSpPr>
          <p:nvPr>
            <p:ph idx="1"/>
          </p:nvPr>
        </p:nvSpPr>
        <p:spPr>
          <a:xfrm>
            <a:off x="6172200" y="804672"/>
            <a:ext cx="5221224" cy="5230368"/>
          </a:xfrm>
        </p:spPr>
        <p:txBody>
          <a:bodyPr anchor="ctr">
            <a:normAutofit/>
          </a:bodyPr>
          <a:lstStyle/>
          <a:p>
            <a:r>
              <a:rPr lang="it-CH" sz="1800">
                <a:solidFill>
                  <a:schemeClr val="tx2"/>
                </a:solidFill>
              </a:rPr>
              <a:t>Spiegare cosa gestisce, </a:t>
            </a:r>
            <a:r>
              <a:rPr lang="it-CH" sz="1800" err="1">
                <a:solidFill>
                  <a:schemeClr val="tx2"/>
                </a:solidFill>
              </a:rPr>
              <a:t>routes</a:t>
            </a:r>
            <a:r>
              <a:rPr lang="it-CH" sz="1800">
                <a:solidFill>
                  <a:schemeClr val="tx2"/>
                </a:solidFill>
              </a:rPr>
              <a:t> per le </a:t>
            </a:r>
            <a:r>
              <a:rPr lang="it-CH" sz="1800" err="1">
                <a:solidFill>
                  <a:schemeClr val="tx2"/>
                </a:solidFill>
              </a:rPr>
              <a:t>CRUD,service</a:t>
            </a:r>
            <a:r>
              <a:rPr lang="it-CH" sz="1800">
                <a:solidFill>
                  <a:schemeClr val="tx2"/>
                </a:solidFill>
              </a:rPr>
              <a:t> come mai li abbiamo divisi, spiegare i test per cosa sono fatti, quanti sono </a:t>
            </a:r>
          </a:p>
          <a:p>
            <a:pPr marL="0" indent="0">
              <a:buNone/>
            </a:pPr>
            <a:endParaRPr lang="it-CH" sz="1800">
              <a:solidFill>
                <a:schemeClr val="tx2"/>
              </a:solidFill>
            </a:endParaRPr>
          </a:p>
          <a:p>
            <a:r>
              <a:rPr lang="it-CH" sz="1800">
                <a:solidFill>
                  <a:schemeClr val="tx2"/>
                </a:solidFill>
              </a:rPr>
              <a:t>Spiegare dataset piccolo per i test </a:t>
            </a:r>
          </a:p>
          <a:p>
            <a:r>
              <a:rPr lang="it-CH" sz="1800">
                <a:solidFill>
                  <a:schemeClr val="tx2"/>
                </a:solidFill>
              </a:rPr>
              <a:t>Far vedere ER </a:t>
            </a:r>
            <a:r>
              <a:rPr lang="it-CH" sz="1800" err="1">
                <a:solidFill>
                  <a:schemeClr val="tx2"/>
                </a:solidFill>
              </a:rPr>
              <a:t>diagram</a:t>
            </a:r>
            <a:endParaRPr lang="it-CH" sz="1800">
              <a:solidFill>
                <a:schemeClr val="tx2"/>
              </a:solidFill>
            </a:endParaRPr>
          </a:p>
          <a:p>
            <a:endParaRPr lang="it-CH" sz="1800">
              <a:solidFill>
                <a:schemeClr val="tx2"/>
              </a:solidFill>
            </a:endParaRPr>
          </a:p>
          <a:p>
            <a:r>
              <a:rPr lang="it-CH" sz="1800">
                <a:solidFill>
                  <a:schemeClr val="tx2"/>
                </a:solidFill>
              </a:rPr>
              <a:t>Testato con </a:t>
            </a:r>
            <a:r>
              <a:rPr lang="it-CH" sz="1800" err="1">
                <a:solidFill>
                  <a:schemeClr val="tx2"/>
                </a:solidFill>
              </a:rPr>
              <a:t>postman</a:t>
            </a:r>
            <a:r>
              <a:rPr lang="it-CH" sz="1800">
                <a:solidFill>
                  <a:schemeClr val="tx2"/>
                </a:solidFill>
              </a:rPr>
              <a:t> inizialmente </a:t>
            </a:r>
          </a:p>
          <a:p>
            <a:endParaRPr lang="it-CH" sz="1800">
              <a:solidFill>
                <a:schemeClr val="tx2"/>
              </a:solidFill>
            </a:endParaRPr>
          </a:p>
          <a:p>
            <a:r>
              <a:rPr lang="it-CH" sz="1800">
                <a:solidFill>
                  <a:schemeClr val="tx2"/>
                </a:solidFill>
              </a:rPr>
              <a:t>Test di tipo input </a:t>
            </a:r>
            <a:r>
              <a:rPr lang="it-CH" sz="1800" err="1">
                <a:solidFill>
                  <a:schemeClr val="tx2"/>
                </a:solidFill>
              </a:rPr>
              <a:t>invalidation</a:t>
            </a:r>
            <a:r>
              <a:rPr lang="it-CH" sz="1800">
                <a:solidFill>
                  <a:schemeClr val="tx2"/>
                </a:solidFill>
              </a:rPr>
              <a:t> </a:t>
            </a:r>
            <a:r>
              <a:rPr lang="it-CH" sz="1800" err="1">
                <a:solidFill>
                  <a:schemeClr val="tx2"/>
                </a:solidFill>
              </a:rPr>
              <a:t>error</a:t>
            </a:r>
            <a:r>
              <a:rPr lang="it-CH" sz="1800">
                <a:solidFill>
                  <a:schemeClr val="tx2"/>
                </a:solidFill>
              </a:rPr>
              <a:t> </a:t>
            </a:r>
            <a:r>
              <a:rPr lang="it-CH" sz="1800" err="1">
                <a:solidFill>
                  <a:schemeClr val="tx2"/>
                </a:solidFill>
              </a:rPr>
              <a:t>handling</a:t>
            </a:r>
            <a:r>
              <a:rPr lang="it-CH" sz="1800">
                <a:solidFill>
                  <a:schemeClr val="tx2"/>
                </a:solidFill>
              </a:rPr>
              <a:t> </a:t>
            </a:r>
          </a:p>
        </p:txBody>
      </p:sp>
      <p:sp>
        <p:nvSpPr>
          <p:cNvPr id="4" name="Date Placeholder 3">
            <a:extLst>
              <a:ext uri="{FF2B5EF4-FFF2-40B4-BE49-F238E27FC236}">
                <a16:creationId xmlns:a16="http://schemas.microsoft.com/office/drawing/2014/main" id="{E6AB8641-400A-1031-77AD-4C07AA680CB4}"/>
              </a:ext>
            </a:extLst>
          </p:cNvPr>
          <p:cNvSpPr>
            <a:spLocks noGrp="1"/>
          </p:cNvSpPr>
          <p:nvPr>
            <p:ph type="dt" sz="half" idx="10"/>
          </p:nvPr>
        </p:nvSpPr>
        <p:spPr/>
        <p:txBody>
          <a:bodyPr/>
          <a:lstStyle/>
          <a:p>
            <a:fld id="{6E7A24D4-AE00-480D-B683-230DB3F308A9}" type="datetime1">
              <a:rPr lang="it-CH" smtClean="0"/>
              <a:t>05.06.2025</a:t>
            </a:fld>
            <a:endParaRPr lang="it-CH"/>
          </a:p>
        </p:txBody>
      </p:sp>
      <p:sp>
        <p:nvSpPr>
          <p:cNvPr id="5" name="Footer Placeholder 4">
            <a:extLst>
              <a:ext uri="{FF2B5EF4-FFF2-40B4-BE49-F238E27FC236}">
                <a16:creationId xmlns:a16="http://schemas.microsoft.com/office/drawing/2014/main" id="{0F50E748-C5D9-FC1F-0A2D-44FF473C15FF}"/>
              </a:ext>
            </a:extLst>
          </p:cNvPr>
          <p:cNvSpPr>
            <a:spLocks noGrp="1"/>
          </p:cNvSpPr>
          <p:nvPr>
            <p:ph type="ftr" sz="quarter" idx="11"/>
          </p:nvPr>
        </p:nvSpPr>
        <p:spPr/>
        <p:txBody>
          <a:bodyPr/>
          <a:lstStyle/>
          <a:p>
            <a:r>
              <a:rPr lang="it-CH"/>
              <a:t>Group 06 - task manager</a:t>
            </a:r>
          </a:p>
        </p:txBody>
      </p:sp>
      <p:sp>
        <p:nvSpPr>
          <p:cNvPr id="6" name="Slide Number Placeholder 5">
            <a:extLst>
              <a:ext uri="{FF2B5EF4-FFF2-40B4-BE49-F238E27FC236}">
                <a16:creationId xmlns:a16="http://schemas.microsoft.com/office/drawing/2014/main" id="{7A93F68E-B636-2B2B-D97D-FE2B8E4AF786}"/>
              </a:ext>
            </a:extLst>
          </p:cNvPr>
          <p:cNvSpPr>
            <a:spLocks noGrp="1"/>
          </p:cNvSpPr>
          <p:nvPr>
            <p:ph type="sldNum" sz="quarter" idx="12"/>
          </p:nvPr>
        </p:nvSpPr>
        <p:spPr/>
        <p:txBody>
          <a:bodyPr/>
          <a:lstStyle/>
          <a:p>
            <a:fld id="{09B84523-820D-4965-B47E-17F917200B06}" type="slidenum">
              <a:rPr lang="it-CH" smtClean="0"/>
              <a:t>16</a:t>
            </a:fld>
            <a:endParaRPr lang="it-CH"/>
          </a:p>
        </p:txBody>
      </p:sp>
    </p:spTree>
    <p:extLst>
      <p:ext uri="{BB962C8B-B14F-4D97-AF65-F5344CB8AC3E}">
        <p14:creationId xmlns:p14="http://schemas.microsoft.com/office/powerpoint/2010/main" val="1124796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A826E3A7-A776-A0B8-B8FE-93D46EEB1F1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A4F678C0-D070-B247-40F5-DE1BE220EC16}"/>
              </a:ext>
            </a:extLst>
          </p:cNvPr>
          <p:cNvSpPr>
            <a:spLocks noGrp="1"/>
          </p:cNvSpPr>
          <p:nvPr>
            <p:ph type="title"/>
          </p:nvPr>
        </p:nvSpPr>
        <p:spPr>
          <a:xfrm>
            <a:off x="621792" y="1161288"/>
            <a:ext cx="3602736" cy="4526280"/>
          </a:xfrm>
        </p:spPr>
        <p:txBody>
          <a:bodyPr>
            <a:normAutofit/>
          </a:bodyPr>
          <a:lstStyle/>
          <a:p>
            <a:r>
              <a:rPr lang="it-CH" sz="4000"/>
              <a:t>API </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Segnaposto contenuto 2">
            <a:extLst>
              <a:ext uri="{FF2B5EF4-FFF2-40B4-BE49-F238E27FC236}">
                <a16:creationId xmlns:a16="http://schemas.microsoft.com/office/drawing/2014/main" id="{C9644680-9B5F-AB3E-FB96-F0CE916674C6}"/>
              </a:ext>
            </a:extLst>
          </p:cNvPr>
          <p:cNvGraphicFramePr>
            <a:graphicFrameLocks noGrp="1"/>
          </p:cNvGraphicFramePr>
          <p:nvPr>
            <p:ph idx="1"/>
            <p:extLst>
              <p:ext uri="{D42A27DB-BD31-4B8C-83A1-F6EECF244321}">
                <p14:modId xmlns:p14="http://schemas.microsoft.com/office/powerpoint/2010/main" val="146087406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9DF0EC4B-E5CE-FFC2-6915-D54F140E17C7}"/>
              </a:ext>
            </a:extLst>
          </p:cNvPr>
          <p:cNvSpPr>
            <a:spLocks noGrp="1"/>
          </p:cNvSpPr>
          <p:nvPr>
            <p:ph type="dt" sz="half" idx="10"/>
          </p:nvPr>
        </p:nvSpPr>
        <p:spPr/>
        <p:txBody>
          <a:bodyPr/>
          <a:lstStyle/>
          <a:p>
            <a:fld id="{5FB817C8-CC81-44AE-9453-6B610AED76BB}" type="datetime1">
              <a:rPr lang="it-CH" smtClean="0"/>
              <a:t>05.06.2025</a:t>
            </a:fld>
            <a:endParaRPr lang="it-CH"/>
          </a:p>
        </p:txBody>
      </p:sp>
      <p:sp>
        <p:nvSpPr>
          <p:cNvPr id="4" name="Footer Placeholder 3">
            <a:extLst>
              <a:ext uri="{FF2B5EF4-FFF2-40B4-BE49-F238E27FC236}">
                <a16:creationId xmlns:a16="http://schemas.microsoft.com/office/drawing/2014/main" id="{73D87E33-C94D-BB5D-73E8-14B4976FA669}"/>
              </a:ext>
            </a:extLst>
          </p:cNvPr>
          <p:cNvSpPr>
            <a:spLocks noGrp="1"/>
          </p:cNvSpPr>
          <p:nvPr>
            <p:ph type="ftr" sz="quarter" idx="11"/>
          </p:nvPr>
        </p:nvSpPr>
        <p:spPr/>
        <p:txBody>
          <a:bodyPr/>
          <a:lstStyle/>
          <a:p>
            <a:r>
              <a:rPr lang="it-CH"/>
              <a:t>Group 06 - task manager</a:t>
            </a:r>
          </a:p>
        </p:txBody>
      </p:sp>
      <p:sp>
        <p:nvSpPr>
          <p:cNvPr id="6" name="Slide Number Placeholder 5">
            <a:extLst>
              <a:ext uri="{FF2B5EF4-FFF2-40B4-BE49-F238E27FC236}">
                <a16:creationId xmlns:a16="http://schemas.microsoft.com/office/drawing/2014/main" id="{65945402-CFA2-8FE3-894C-AE727A8AF095}"/>
              </a:ext>
            </a:extLst>
          </p:cNvPr>
          <p:cNvSpPr>
            <a:spLocks noGrp="1"/>
          </p:cNvSpPr>
          <p:nvPr>
            <p:ph type="sldNum" sz="quarter" idx="12"/>
          </p:nvPr>
        </p:nvSpPr>
        <p:spPr/>
        <p:txBody>
          <a:bodyPr/>
          <a:lstStyle/>
          <a:p>
            <a:fld id="{09B84523-820D-4965-B47E-17F917200B06}" type="slidenum">
              <a:rPr lang="it-CH" smtClean="0"/>
              <a:t>17</a:t>
            </a:fld>
            <a:endParaRPr lang="it-CH"/>
          </a:p>
        </p:txBody>
      </p:sp>
    </p:spTree>
    <p:extLst>
      <p:ext uri="{BB962C8B-B14F-4D97-AF65-F5344CB8AC3E}">
        <p14:creationId xmlns:p14="http://schemas.microsoft.com/office/powerpoint/2010/main" val="2418375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369B7E2-D08B-E831-F90C-9CE84B16E61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9D34C25F-FF1A-34FF-0795-1815A8CA6BE7}"/>
              </a:ext>
            </a:extLst>
          </p:cNvPr>
          <p:cNvSpPr>
            <a:spLocks noGrp="1"/>
          </p:cNvSpPr>
          <p:nvPr>
            <p:ph type="title"/>
          </p:nvPr>
        </p:nvSpPr>
        <p:spPr>
          <a:xfrm>
            <a:off x="1383564" y="348865"/>
            <a:ext cx="9718111" cy="1576446"/>
          </a:xfrm>
        </p:spPr>
        <p:txBody>
          <a:bodyPr anchor="ctr">
            <a:normAutofit/>
          </a:bodyPr>
          <a:lstStyle/>
          <a:p>
            <a:r>
              <a:rPr lang="it-CH" sz="4000">
                <a:solidFill>
                  <a:srgbClr val="FFFFFF"/>
                </a:solidFill>
              </a:rPr>
              <a:t>Distribution </a:t>
            </a:r>
          </a:p>
        </p:txBody>
      </p:sp>
      <p:graphicFrame>
        <p:nvGraphicFramePr>
          <p:cNvPr id="5" name="Segnaposto contenuto 2">
            <a:extLst>
              <a:ext uri="{FF2B5EF4-FFF2-40B4-BE49-F238E27FC236}">
                <a16:creationId xmlns:a16="http://schemas.microsoft.com/office/drawing/2014/main" id="{FBBF908C-7621-7893-7D5C-0C4CF7796EBB}"/>
              </a:ext>
            </a:extLst>
          </p:cNvPr>
          <p:cNvGraphicFramePr>
            <a:graphicFrameLocks noGrp="1"/>
          </p:cNvGraphicFramePr>
          <p:nvPr>
            <p:ph idx="1"/>
            <p:extLst>
              <p:ext uri="{D42A27DB-BD31-4B8C-83A1-F6EECF244321}">
                <p14:modId xmlns:p14="http://schemas.microsoft.com/office/powerpoint/2010/main" val="160694343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3751C90D-8F89-F658-A7FC-D64ECE5E58AD}"/>
              </a:ext>
            </a:extLst>
          </p:cNvPr>
          <p:cNvSpPr>
            <a:spLocks noGrp="1"/>
          </p:cNvSpPr>
          <p:nvPr>
            <p:ph type="dt" sz="half" idx="10"/>
          </p:nvPr>
        </p:nvSpPr>
        <p:spPr/>
        <p:txBody>
          <a:bodyPr/>
          <a:lstStyle/>
          <a:p>
            <a:fld id="{CE390920-EDB9-4CEF-B677-5CDC03DB9A42}" type="datetime1">
              <a:rPr lang="it-CH" smtClean="0"/>
              <a:t>05.06.2025</a:t>
            </a:fld>
            <a:endParaRPr lang="it-CH"/>
          </a:p>
        </p:txBody>
      </p:sp>
      <p:sp>
        <p:nvSpPr>
          <p:cNvPr id="4" name="Footer Placeholder 3">
            <a:extLst>
              <a:ext uri="{FF2B5EF4-FFF2-40B4-BE49-F238E27FC236}">
                <a16:creationId xmlns:a16="http://schemas.microsoft.com/office/drawing/2014/main" id="{9626BE83-F03F-F82D-4DCC-83F2B24DF2A1}"/>
              </a:ext>
            </a:extLst>
          </p:cNvPr>
          <p:cNvSpPr>
            <a:spLocks noGrp="1"/>
          </p:cNvSpPr>
          <p:nvPr>
            <p:ph type="ftr" sz="quarter" idx="11"/>
          </p:nvPr>
        </p:nvSpPr>
        <p:spPr/>
        <p:txBody>
          <a:bodyPr/>
          <a:lstStyle/>
          <a:p>
            <a:r>
              <a:rPr lang="it-CH"/>
              <a:t>Group 06 - task manager</a:t>
            </a:r>
          </a:p>
        </p:txBody>
      </p:sp>
      <p:sp>
        <p:nvSpPr>
          <p:cNvPr id="6" name="Slide Number Placeholder 5">
            <a:extLst>
              <a:ext uri="{FF2B5EF4-FFF2-40B4-BE49-F238E27FC236}">
                <a16:creationId xmlns:a16="http://schemas.microsoft.com/office/drawing/2014/main" id="{343D43D0-0283-9EB6-FED6-C50C028BE6F7}"/>
              </a:ext>
            </a:extLst>
          </p:cNvPr>
          <p:cNvSpPr>
            <a:spLocks noGrp="1"/>
          </p:cNvSpPr>
          <p:nvPr>
            <p:ph type="sldNum" sz="quarter" idx="12"/>
          </p:nvPr>
        </p:nvSpPr>
        <p:spPr/>
        <p:txBody>
          <a:bodyPr/>
          <a:lstStyle/>
          <a:p>
            <a:fld id="{09B84523-820D-4965-B47E-17F917200B06}" type="slidenum">
              <a:rPr lang="it-CH" smtClean="0"/>
              <a:t>18</a:t>
            </a:fld>
            <a:endParaRPr lang="it-CH"/>
          </a:p>
        </p:txBody>
      </p:sp>
    </p:spTree>
    <p:extLst>
      <p:ext uri="{BB962C8B-B14F-4D97-AF65-F5344CB8AC3E}">
        <p14:creationId xmlns:p14="http://schemas.microsoft.com/office/powerpoint/2010/main" val="1869456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BAB7861354C89F48BCD122FC1D3BD911" ma:contentTypeVersion="16" ma:contentTypeDescription="Creare un nuovo documento." ma:contentTypeScope="" ma:versionID="c66f8ecf056e05f23771bd1f036a8340">
  <xsd:schema xmlns:xsd="http://www.w3.org/2001/XMLSchema" xmlns:xs="http://www.w3.org/2001/XMLSchema" xmlns:p="http://schemas.microsoft.com/office/2006/metadata/properties" xmlns:ns3="b83cf90c-39c8-4579-8c80-bea4458d3395" xmlns:ns4="2905ab9a-88d4-4e3f-bf7d-493219b26325" targetNamespace="http://schemas.microsoft.com/office/2006/metadata/properties" ma:root="true" ma:fieldsID="c236e0ee28b5fde8c5a737666c6e2640" ns3:_="" ns4:_="">
    <xsd:import namespace="b83cf90c-39c8-4579-8c80-bea4458d3395"/>
    <xsd:import namespace="2905ab9a-88d4-4e3f-bf7d-493219b2632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4:SharedWithUsers" minOccurs="0"/>
                <xsd:element ref="ns4:SharedWithDetails" minOccurs="0"/>
                <xsd:element ref="ns4:SharingHintHash"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3cf90c-39c8-4579-8c80-bea4458d33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Location" ma:index="15" nillable="true" ma:displayName="Location" ma:indexed="true" ma:internalName="MediaServiceLocatio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5ab9a-88d4-4e3f-bf7d-493219b26325" elementFormDefault="qualified">
    <xsd:import namespace="http://schemas.microsoft.com/office/2006/documentManagement/types"/>
    <xsd:import namespace="http://schemas.microsoft.com/office/infopath/2007/PartnerControls"/>
    <xsd:element name="SharedWithUsers" ma:index="17"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Condiviso con dettagli" ma:internalName="SharedWithDetails" ma:readOnly="true">
      <xsd:simpleType>
        <xsd:restriction base="dms:Note">
          <xsd:maxLength value="255"/>
        </xsd:restriction>
      </xsd:simpleType>
    </xsd:element>
    <xsd:element name="SharingHintHash" ma:index="19"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83cf90c-39c8-4579-8c80-bea4458d3395" xsi:nil="true"/>
  </documentManagement>
</p:properties>
</file>

<file path=customXml/itemProps1.xml><?xml version="1.0" encoding="utf-8"?>
<ds:datastoreItem xmlns:ds="http://schemas.openxmlformats.org/officeDocument/2006/customXml" ds:itemID="{04D1837F-3C83-4043-8CB1-D584C839948A}">
  <ds:schemaRefs>
    <ds:schemaRef ds:uri="http://schemas.microsoft.com/sharepoint/v3/contenttype/forms"/>
  </ds:schemaRefs>
</ds:datastoreItem>
</file>

<file path=customXml/itemProps2.xml><?xml version="1.0" encoding="utf-8"?>
<ds:datastoreItem xmlns:ds="http://schemas.openxmlformats.org/officeDocument/2006/customXml" ds:itemID="{B6C32F17-D4F0-4286-A0A7-41C7ABCAF410}">
  <ds:schemaRefs>
    <ds:schemaRef ds:uri="2905ab9a-88d4-4e3f-bf7d-493219b26325"/>
    <ds:schemaRef ds:uri="b83cf90c-39c8-4579-8c80-bea4458d339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D8623E0-E113-4F90-A9D3-6CD587C73E49}">
  <ds:schemaRefs>
    <ds:schemaRef ds:uri="http://purl.org/dc/elements/1.1/"/>
    <ds:schemaRef ds:uri="http://schemas.microsoft.com/office/2006/documentManagement/types"/>
    <ds:schemaRef ds:uri="http://schemas.openxmlformats.org/package/2006/metadata/core-properties"/>
    <ds:schemaRef ds:uri="http://www.w3.org/XML/1998/namespace"/>
    <ds:schemaRef ds:uri="b83cf90c-39c8-4579-8c80-bea4458d3395"/>
    <ds:schemaRef ds:uri="http://schemas.microsoft.com/office/2006/metadata/properties"/>
    <ds:schemaRef ds:uri="http://schemas.microsoft.com/office/infopath/2007/PartnerControls"/>
    <ds:schemaRef ds:uri="2905ab9a-88d4-4e3f-bf7d-493219b26325"/>
    <ds:schemaRef ds:uri="http://purl.org/dc/dcmitype/"/>
    <ds:schemaRef ds:uri="http://purl.org/dc/terms/"/>
  </ds:schemaRefs>
</ds:datastoreItem>
</file>

<file path=docMetadata/LabelInfo.xml><?xml version="1.0" encoding="utf-8"?>
<clbl:labelList xmlns:clbl="http://schemas.microsoft.com/office/2020/mipLabelMetadata">
  <clbl:label id="{832538a4-939e-4f12-952e-e33cf9e5689d}" enabled="0" method="" siteId="{832538a4-939e-4f12-952e-e33cf9e5689d}" removed="1"/>
</clbl:labelList>
</file>

<file path=docProps/app.xml><?xml version="1.0" encoding="utf-8"?>
<Properties xmlns="http://schemas.openxmlformats.org/officeDocument/2006/extended-properties" xmlns:vt="http://schemas.openxmlformats.org/officeDocument/2006/docPropsVTypes">
  <TotalTime>0</TotalTime>
  <Words>983</Words>
  <Application>Microsoft Office PowerPoint</Application>
  <PresentationFormat>Widescreen</PresentationFormat>
  <Paragraphs>322</Paragraphs>
  <Slides>18</Slides>
  <Notes>7</Notes>
  <HiddenSlides>7</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Aptos</vt:lpstr>
      <vt:lpstr>Aptos Display</vt:lpstr>
      <vt:lpstr>Arial</vt:lpstr>
      <vt:lpstr>Calibri</vt:lpstr>
      <vt:lpstr>Tema di Office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Approach to the problem</vt:lpstr>
      <vt:lpstr>Data Storage</vt:lpstr>
      <vt:lpstr>Backend </vt:lpstr>
      <vt:lpstr>API </vt:lpstr>
      <vt:lpstr>Distribution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sergio fernandez</dc:creator>
  <cp:lastModifiedBy>Bernacchia Alessia</cp:lastModifiedBy>
  <cp:revision>1</cp:revision>
  <dcterms:created xsi:type="dcterms:W3CDTF">2025-06-03T19:47:24Z</dcterms:created>
  <dcterms:modified xsi:type="dcterms:W3CDTF">2025-06-05T13:53:50Z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0x010100BAB7861354C89F48BCD122FC1D3BD911</vt:lpwstr>
  </property>
</Properties>
</file>